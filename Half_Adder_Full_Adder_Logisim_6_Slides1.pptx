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2E3D6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19999" y="0"/>
            <a:ext cx="4572000" cy="6858000"/>
          </a:xfrm>
          <a:custGeom>
            <a:avLst/>
            <a:gdLst/>
            <a:ahLst/>
            <a:cxnLst/>
            <a:rect l="l" t="t" r="r" b="b"/>
            <a:pathLst>
              <a:path w="4572000" h="6858000">
                <a:moveTo>
                  <a:pt x="457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571999" y="0"/>
                </a:lnTo>
                <a:lnTo>
                  <a:pt x="4571999" y="6857999"/>
                </a:lnTo>
                <a:close/>
              </a:path>
            </a:pathLst>
          </a:custGeom>
          <a:solidFill>
            <a:srgbClr val="D5F4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2E3D6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2E3D6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1" i="0">
                <a:solidFill>
                  <a:srgbClr val="2E3D6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4050" y="268027"/>
            <a:ext cx="10883900" cy="511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2E3D6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4050" y="559586"/>
            <a:ext cx="6349365" cy="2074545"/>
          </a:xfrm>
          <a:prstGeom prst="rect"/>
        </p:spPr>
        <p:txBody>
          <a:bodyPr wrap="square" lIns="0" tIns="121920" rIns="0" bIns="0" rtlCol="0" vert="horz">
            <a:spAutoFit/>
          </a:bodyPr>
          <a:lstStyle/>
          <a:p>
            <a:pPr marL="12700" marR="5080">
              <a:lnSpc>
                <a:spcPts val="5100"/>
              </a:lnSpc>
              <a:spcBef>
                <a:spcPts val="960"/>
              </a:spcBef>
            </a:pPr>
            <a:r>
              <a:rPr dirty="0" sz="4950" spc="-75"/>
              <a:t>D</a:t>
            </a:r>
            <a:r>
              <a:rPr dirty="0" sz="4900" spc="-75"/>
              <a:t>e</a:t>
            </a:r>
            <a:r>
              <a:rPr dirty="0" sz="4500" spc="-75"/>
              <a:t>s</a:t>
            </a:r>
            <a:r>
              <a:rPr dirty="0" sz="4900" spc="-75"/>
              <a:t>ig</a:t>
            </a:r>
            <a:r>
              <a:rPr dirty="0" sz="4500" spc="-75"/>
              <a:t>n</a:t>
            </a:r>
            <a:r>
              <a:rPr dirty="0" sz="4500" spc="-505"/>
              <a:t> </a:t>
            </a:r>
            <a:r>
              <a:rPr dirty="0" sz="4950" spc="-15"/>
              <a:t>a</a:t>
            </a:r>
            <a:r>
              <a:rPr dirty="0" sz="4500" spc="-15"/>
              <a:t>n</a:t>
            </a:r>
            <a:r>
              <a:rPr dirty="0" sz="4900" spc="-15"/>
              <a:t>d</a:t>
            </a:r>
            <a:r>
              <a:rPr dirty="0" sz="4900" spc="-630"/>
              <a:t> </a:t>
            </a:r>
            <a:r>
              <a:rPr dirty="0" sz="4950" spc="-10"/>
              <a:t>S</a:t>
            </a:r>
            <a:r>
              <a:rPr dirty="0" sz="4900" spc="-10"/>
              <a:t>i</a:t>
            </a:r>
            <a:r>
              <a:rPr dirty="0" sz="4500" spc="-10"/>
              <a:t>mu</a:t>
            </a:r>
            <a:r>
              <a:rPr dirty="0" sz="4900" spc="-10"/>
              <a:t>l</a:t>
            </a:r>
            <a:r>
              <a:rPr dirty="0" sz="4950" spc="-10"/>
              <a:t>a</a:t>
            </a:r>
            <a:r>
              <a:rPr dirty="0" sz="4500" spc="-10"/>
              <a:t>t</a:t>
            </a:r>
            <a:r>
              <a:rPr dirty="0" sz="4900" spc="-10"/>
              <a:t>i</a:t>
            </a:r>
            <a:r>
              <a:rPr dirty="0" sz="4500" spc="-10"/>
              <a:t>on </a:t>
            </a:r>
            <a:r>
              <a:rPr dirty="0" sz="4500" spc="225"/>
              <a:t>o</a:t>
            </a:r>
            <a:r>
              <a:rPr dirty="0" sz="4900" spc="225"/>
              <a:t>f</a:t>
            </a:r>
            <a:r>
              <a:rPr dirty="0" sz="4900" spc="-670"/>
              <a:t> </a:t>
            </a:r>
            <a:r>
              <a:rPr dirty="0" sz="4950" spc="-10"/>
              <a:t>Ha</a:t>
            </a:r>
            <a:r>
              <a:rPr dirty="0" sz="4900" spc="-10"/>
              <a:t>lf</a:t>
            </a:r>
            <a:r>
              <a:rPr dirty="0" sz="4900" spc="-670"/>
              <a:t> </a:t>
            </a:r>
            <a:r>
              <a:rPr dirty="0" sz="4950" spc="-50"/>
              <a:t>A</a:t>
            </a:r>
            <a:r>
              <a:rPr dirty="0" sz="4900" spc="-50"/>
              <a:t>dde</a:t>
            </a:r>
            <a:r>
              <a:rPr dirty="0" sz="4500" spc="-50"/>
              <a:t>r</a:t>
            </a:r>
            <a:r>
              <a:rPr dirty="0" sz="4500" spc="-600"/>
              <a:t> </a:t>
            </a:r>
            <a:r>
              <a:rPr dirty="0" sz="4950" spc="-15"/>
              <a:t>a</a:t>
            </a:r>
            <a:r>
              <a:rPr dirty="0" sz="4500" spc="-15"/>
              <a:t>n</a:t>
            </a:r>
            <a:r>
              <a:rPr dirty="0" sz="4900" spc="-15"/>
              <a:t>d</a:t>
            </a:r>
            <a:r>
              <a:rPr dirty="0" sz="4900" spc="-635"/>
              <a:t> </a:t>
            </a:r>
            <a:r>
              <a:rPr dirty="0" sz="4950" spc="-20"/>
              <a:t>F</a:t>
            </a:r>
            <a:r>
              <a:rPr dirty="0" sz="4500" spc="-20"/>
              <a:t>u</a:t>
            </a:r>
            <a:r>
              <a:rPr dirty="0" sz="4900" spc="-20"/>
              <a:t>ll </a:t>
            </a:r>
            <a:r>
              <a:rPr dirty="0" sz="4950" spc="-50"/>
              <a:t>A</a:t>
            </a:r>
            <a:r>
              <a:rPr dirty="0" sz="4900" spc="-50"/>
              <a:t>dde</a:t>
            </a:r>
            <a:r>
              <a:rPr dirty="0" sz="4500" spc="-50"/>
              <a:t>r</a:t>
            </a:r>
            <a:r>
              <a:rPr dirty="0" sz="4500" spc="-575"/>
              <a:t> </a:t>
            </a:r>
            <a:r>
              <a:rPr dirty="0" sz="4950" spc="-85"/>
              <a:t>U</a:t>
            </a:r>
            <a:r>
              <a:rPr dirty="0" sz="4500" spc="-85"/>
              <a:t>s</a:t>
            </a:r>
            <a:r>
              <a:rPr dirty="0" sz="4900" spc="-85"/>
              <a:t>i</a:t>
            </a:r>
            <a:r>
              <a:rPr dirty="0" sz="4500" spc="-85"/>
              <a:t>n</a:t>
            </a:r>
            <a:r>
              <a:rPr dirty="0" sz="4900" spc="-85"/>
              <a:t>g</a:t>
            </a:r>
            <a:r>
              <a:rPr dirty="0" sz="4900" spc="-610"/>
              <a:t> </a:t>
            </a:r>
            <a:r>
              <a:rPr dirty="0" sz="4950" spc="-10"/>
              <a:t>L</a:t>
            </a:r>
            <a:r>
              <a:rPr dirty="0" sz="4500" spc="-10"/>
              <a:t>o</a:t>
            </a:r>
            <a:r>
              <a:rPr dirty="0" sz="4900" spc="-10"/>
              <a:t>gi</a:t>
            </a:r>
            <a:r>
              <a:rPr dirty="0" sz="4500" spc="-10"/>
              <a:t>s</a:t>
            </a:r>
            <a:r>
              <a:rPr dirty="0" sz="4900" spc="-10"/>
              <a:t>i</a:t>
            </a:r>
            <a:r>
              <a:rPr dirty="0" sz="4500" spc="-10"/>
              <a:t>m</a:t>
            </a:r>
            <a:endParaRPr sz="4500"/>
          </a:p>
        </p:txBody>
      </p:sp>
      <p:sp>
        <p:nvSpPr>
          <p:cNvPr id="4" name="object 4"/>
          <p:cNvSpPr txBox="1"/>
          <p:nvPr/>
        </p:nvSpPr>
        <p:spPr>
          <a:xfrm>
            <a:off x="654050" y="3083793"/>
            <a:ext cx="5723255" cy="596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0"/>
              </a:spcBef>
            </a:pPr>
            <a:r>
              <a:rPr dirty="0" sz="1500" spc="-5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50">
                <a:solidFill>
                  <a:srgbClr val="2E3D6E"/>
                </a:solidFill>
                <a:latin typeface="Lucida Sans Unicode"/>
                <a:cs typeface="Lucida Sans Unicode"/>
              </a:rPr>
              <a:t>xp</a:t>
            </a:r>
            <a:r>
              <a:rPr dirty="0" sz="1500" spc="-50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50">
                <a:solidFill>
                  <a:srgbClr val="2E3D6E"/>
                </a:solidFill>
                <a:latin typeface="Lucida Sans Unicode"/>
                <a:cs typeface="Lucida Sans Unicode"/>
              </a:rPr>
              <a:t>or</a:t>
            </a:r>
            <a:r>
              <a:rPr dirty="0" sz="15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5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500" spc="-50">
                <a:solidFill>
                  <a:srgbClr val="2E3D6E"/>
                </a:solidFill>
                <a:latin typeface="Lucida Sans Unicode"/>
                <a:cs typeface="Lucida Sans Unicode"/>
              </a:rPr>
              <a:t>g</a:t>
            </a:r>
            <a:r>
              <a:rPr dirty="0" sz="1500" spc="-30">
                <a:solidFill>
                  <a:srgbClr val="2E3D6E"/>
                </a:solidFill>
                <a:latin typeface="Lucida Sans Unicode"/>
                <a:cs typeface="Lucida Sans Unicode"/>
              </a:rPr>
              <a:t> bi</a:t>
            </a:r>
            <a:r>
              <a:rPr dirty="0" sz="1400" spc="-3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500" spc="-3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30">
                <a:solidFill>
                  <a:srgbClr val="2E3D6E"/>
                </a:solidFill>
                <a:latin typeface="Lucida Sans Unicode"/>
                <a:cs typeface="Lucida Sans Unicode"/>
              </a:rPr>
              <a:t>ry</a:t>
            </a:r>
            <a:r>
              <a:rPr dirty="0" sz="1400" spc="-8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5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55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500" spc="-5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5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500" spc="-55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1400" spc="-55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500" spc="-5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5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500" spc="-55">
                <a:solidFill>
                  <a:srgbClr val="2E3D6E"/>
                </a:solidFill>
                <a:latin typeface="Lucida Sans Unicode"/>
                <a:cs typeface="Lucida Sans Unicode"/>
              </a:rPr>
              <a:t>ic</a:t>
            </a:r>
            <a:r>
              <a:rPr dirty="0" sz="1500" spc="-7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30">
                <a:solidFill>
                  <a:srgbClr val="2E3D6E"/>
                </a:solidFill>
                <a:latin typeface="Lucida Sans Unicode"/>
                <a:cs typeface="Lucida Sans Unicode"/>
              </a:rPr>
              <a:t>ci</a:t>
            </a:r>
            <a:r>
              <a:rPr dirty="0" sz="1400" spc="-3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500" spc="-30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30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500" spc="-3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30">
                <a:solidFill>
                  <a:srgbClr val="2E3D6E"/>
                </a:solidFill>
                <a:latin typeface="Lucida Sans Unicode"/>
                <a:cs typeface="Lucida Sans Unicode"/>
              </a:rPr>
              <a:t>ts </a:t>
            </a:r>
            <a:r>
              <a:rPr dirty="0" sz="1400" spc="-8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500" spc="-80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1400" spc="-80">
                <a:solidFill>
                  <a:srgbClr val="2E3D6E"/>
                </a:solidFill>
                <a:latin typeface="Lucida Sans Unicode"/>
                <a:cs typeface="Lucida Sans Unicode"/>
              </a:rPr>
              <a:t>rou</a:t>
            </a:r>
            <a:r>
              <a:rPr dirty="0" sz="1500" spc="-80">
                <a:solidFill>
                  <a:srgbClr val="2E3D6E"/>
                </a:solidFill>
                <a:latin typeface="Lucida Sans Unicode"/>
                <a:cs typeface="Lucida Sans Unicode"/>
              </a:rPr>
              <a:t>gh</a:t>
            </a:r>
            <a:r>
              <a:rPr dirty="0" sz="15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85">
                <a:solidFill>
                  <a:srgbClr val="2E3D6E"/>
                </a:solidFill>
                <a:latin typeface="Lucida Sans Unicode"/>
                <a:cs typeface="Lucida Sans Unicode"/>
              </a:rPr>
              <a:t>digi</a:t>
            </a:r>
            <a:r>
              <a:rPr dirty="0" sz="1400" spc="-8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500" spc="-85">
                <a:solidFill>
                  <a:srgbClr val="2E3D6E"/>
                </a:solidFill>
                <a:latin typeface="Lucida Sans Unicode"/>
                <a:cs typeface="Lucida Sans Unicode"/>
              </a:rPr>
              <a:t>al</a:t>
            </a:r>
            <a:r>
              <a:rPr dirty="0" sz="1500" spc="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55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1400" spc="-55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1500" spc="-55">
                <a:solidFill>
                  <a:srgbClr val="2E3D6E"/>
                </a:solidFill>
                <a:latin typeface="Lucida Sans Unicode"/>
                <a:cs typeface="Lucida Sans Unicode"/>
              </a:rPr>
              <a:t>gic</a:t>
            </a:r>
            <a:r>
              <a:rPr dirty="0" sz="1500" spc="-7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40">
                <a:solidFill>
                  <a:srgbClr val="2E3D6E"/>
                </a:solidFill>
                <a:latin typeface="Lucida Sans Unicode"/>
                <a:cs typeface="Lucida Sans Unicode"/>
              </a:rPr>
              <a:t>de</a:t>
            </a:r>
            <a:r>
              <a:rPr dirty="0" sz="1400" spc="-4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500" spc="-40">
                <a:solidFill>
                  <a:srgbClr val="2E3D6E"/>
                </a:solidFill>
                <a:latin typeface="Lucida Sans Unicode"/>
                <a:cs typeface="Lucida Sans Unicode"/>
              </a:rPr>
              <a:t>ig</a:t>
            </a:r>
            <a:r>
              <a:rPr dirty="0" sz="1400" spc="-4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2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2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500" spc="-25">
                <a:solidFill>
                  <a:srgbClr val="2E3D6E"/>
                </a:solidFill>
                <a:latin typeface="Lucida Sans Unicode"/>
                <a:cs typeface="Lucida Sans Unicode"/>
              </a:rPr>
              <a:t>d </a:t>
            </a:r>
            <a:r>
              <a:rPr dirty="0" sz="1400" spc="-1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500" spc="-1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10">
                <a:solidFill>
                  <a:srgbClr val="2E3D6E"/>
                </a:solidFill>
                <a:latin typeface="Lucida Sans Unicode"/>
                <a:cs typeface="Lucida Sans Unicode"/>
              </a:rPr>
              <a:t>mu</a:t>
            </a:r>
            <a:r>
              <a:rPr dirty="0" sz="1500" spc="-10">
                <a:solidFill>
                  <a:srgbClr val="2E3D6E"/>
                </a:solidFill>
                <a:latin typeface="Lucida Sans Unicode"/>
                <a:cs typeface="Lucida Sans Unicode"/>
              </a:rPr>
              <a:t>la</a:t>
            </a:r>
            <a:r>
              <a:rPr dirty="0" sz="1400" spc="-1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500" spc="-1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10">
                <a:solidFill>
                  <a:srgbClr val="2E3D6E"/>
                </a:solidFill>
                <a:latin typeface="Lucida Sans Unicode"/>
                <a:cs typeface="Lucida Sans Unicode"/>
              </a:rPr>
              <a:t>on</a:t>
            </a:r>
            <a:endParaRPr sz="1400">
              <a:latin typeface="Lucida Sans Unicode"/>
              <a:cs typeface="Lucida Sans Unicode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6749" y="3995737"/>
          <a:ext cx="6553200" cy="17545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76675"/>
                <a:gridCol w="2590800"/>
              </a:tblGrid>
              <a:tr h="271145">
                <a:tc>
                  <a:txBody>
                    <a:bodyPr/>
                    <a:lstStyle/>
                    <a:p>
                      <a:pPr marL="952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6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T</a:t>
                      </a:r>
                      <a:r>
                        <a:rPr dirty="0" sz="1050" spc="-6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sz="1000" spc="-6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</a:t>
                      </a:r>
                      <a:r>
                        <a:rPr dirty="0" sz="950" spc="-6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e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m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</a:t>
                      </a:r>
                      <a:endParaRPr sz="950">
                        <a:latin typeface="Lucida Sans"/>
                        <a:cs typeface="Lucida Sans"/>
                      </a:endParaRPr>
                    </a:p>
                  </a:txBody>
                  <a:tcPr marL="0" marR="0" marB="0" marT="38100">
                    <a:lnB w="9525">
                      <a:solidFill>
                        <a:srgbClr val="BEDFD5"/>
                      </a:solidFill>
                      <a:prstDash val="solid"/>
                    </a:lnB>
                    <a:solidFill>
                      <a:srgbClr val="25A685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75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</a:t>
                      </a:r>
                      <a:r>
                        <a:rPr dirty="0" sz="950" spc="-75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</a:t>
                      </a:r>
                      <a:r>
                        <a:rPr dirty="0" sz="1050" spc="-75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ll</a:t>
                      </a:r>
                      <a:r>
                        <a:rPr dirty="0" sz="1050" spc="-5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um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</a:t>
                      </a:r>
                      <a:endParaRPr sz="950">
                        <a:latin typeface="Lucida Sans"/>
                        <a:cs typeface="Lucida Sans"/>
                      </a:endParaRPr>
                    </a:p>
                  </a:txBody>
                  <a:tcPr marL="0" marR="0" marB="0" marT="38100">
                    <a:lnB w="9525">
                      <a:solidFill>
                        <a:srgbClr val="BEDFD5"/>
                      </a:solidFill>
                      <a:prstDash val="solid"/>
                    </a:lnB>
                    <a:solidFill>
                      <a:srgbClr val="25A68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2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P.</a:t>
                      </a:r>
                      <a:r>
                        <a:rPr dirty="0" sz="1250" spc="-85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Va</a:t>
                      </a:r>
                      <a:r>
                        <a:rPr dirty="0" sz="120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ns</a:t>
                      </a:r>
                      <a:r>
                        <a:rPr dirty="0" sz="130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hik</a:t>
                      </a:r>
                      <a:r>
                        <a:rPr dirty="0" sz="125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a</a:t>
                      </a:r>
                      <a:endParaRPr sz="1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5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2620080035</a:t>
                      </a:r>
                      <a:endParaRPr sz="1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8382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2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S.</a:t>
                      </a:r>
                      <a:r>
                        <a:rPr dirty="0" sz="1250" spc="-3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A</a:t>
                      </a:r>
                      <a:r>
                        <a:rPr dirty="0" sz="130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di</a:t>
                      </a:r>
                      <a:r>
                        <a:rPr dirty="0" sz="120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ty</a:t>
                      </a:r>
                      <a:r>
                        <a:rPr dirty="0" sz="125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a</a:t>
                      </a:r>
                      <a:endParaRPr sz="1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5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2620080052</a:t>
                      </a:r>
                      <a:endParaRPr sz="1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8382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250" spc="-35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K.</a:t>
                      </a:r>
                      <a:r>
                        <a:rPr dirty="0" sz="1250" spc="-65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Va</a:t>
                      </a:r>
                      <a:r>
                        <a:rPr dirty="0" sz="120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rn</a:t>
                      </a:r>
                      <a:r>
                        <a:rPr dirty="0" sz="130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ikh</a:t>
                      </a:r>
                      <a:r>
                        <a:rPr dirty="0" sz="125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a</a:t>
                      </a:r>
                      <a:endParaRPr sz="1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5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2620080025</a:t>
                      </a:r>
                      <a:endParaRPr sz="1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8382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2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S.</a:t>
                      </a:r>
                      <a:r>
                        <a:rPr dirty="0" sz="1250" spc="-25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35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V</a:t>
                      </a:r>
                      <a:r>
                        <a:rPr dirty="0" sz="1300" spc="-35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ee</a:t>
                      </a:r>
                      <a:r>
                        <a:rPr dirty="0" sz="1200" spc="-35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n</a:t>
                      </a:r>
                      <a:r>
                        <a:rPr dirty="0" sz="1250" spc="-35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a</a:t>
                      </a:r>
                      <a:r>
                        <a:rPr dirty="0" sz="1250" spc="-55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A</a:t>
                      </a:r>
                      <a:r>
                        <a:rPr dirty="0" sz="130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k</a:t>
                      </a:r>
                      <a:r>
                        <a:rPr dirty="0" sz="120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s</a:t>
                      </a:r>
                      <a:r>
                        <a:rPr dirty="0" sz="130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h</a:t>
                      </a:r>
                      <a:r>
                        <a:rPr dirty="0" sz="125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a</a:t>
                      </a:r>
                      <a:r>
                        <a:rPr dirty="0" sz="120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y</a:t>
                      </a:r>
                      <a:r>
                        <a:rPr dirty="0" sz="125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a</a:t>
                      </a:r>
                      <a:endParaRPr sz="1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250" spc="-1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2620090069</a:t>
                      </a:r>
                      <a:endParaRPr sz="1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8382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5749" y="1905000"/>
            <a:ext cx="4000499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4050" y="401377"/>
            <a:ext cx="4855210" cy="511809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50"/>
              <a:t>I</a:t>
            </a:r>
            <a:r>
              <a:rPr dirty="0"/>
              <a:t>ntro</a:t>
            </a:r>
            <a:r>
              <a:rPr dirty="0" sz="3150"/>
              <a:t>d</a:t>
            </a:r>
            <a:r>
              <a:rPr dirty="0"/>
              <a:t>u</a:t>
            </a:r>
            <a:r>
              <a:rPr dirty="0" sz="3150"/>
              <a:t>c</a:t>
            </a:r>
            <a:r>
              <a:rPr dirty="0"/>
              <a:t>t</a:t>
            </a:r>
            <a:r>
              <a:rPr dirty="0" sz="3150"/>
              <a:t>i</a:t>
            </a:r>
            <a:r>
              <a:rPr dirty="0"/>
              <a:t>on</a:t>
            </a:r>
            <a:r>
              <a:rPr dirty="0" spc="-150"/>
              <a:t> </a:t>
            </a:r>
            <a:r>
              <a:rPr dirty="0" sz="3150" spc="-20"/>
              <a:t>a</a:t>
            </a:r>
            <a:r>
              <a:rPr dirty="0" spc="-20"/>
              <a:t>n</a:t>
            </a:r>
            <a:r>
              <a:rPr dirty="0" sz="3150" spc="-20"/>
              <a:t>d</a:t>
            </a:r>
            <a:r>
              <a:rPr dirty="0" sz="3150" spc="-229"/>
              <a:t> </a:t>
            </a:r>
            <a:r>
              <a:rPr dirty="0" sz="3150" spc="-10"/>
              <a:t>Objec</a:t>
            </a:r>
            <a:r>
              <a:rPr dirty="0" spc="-10"/>
              <a:t>t</a:t>
            </a:r>
            <a:r>
              <a:rPr dirty="0" sz="3150" spc="-10"/>
              <a:t>i</a:t>
            </a:r>
            <a:r>
              <a:rPr dirty="0" spc="-10"/>
              <a:t>v</a:t>
            </a:r>
            <a:r>
              <a:rPr dirty="0" sz="3150" spc="-10"/>
              <a:t>e</a:t>
            </a:r>
            <a:endParaRPr sz="3150"/>
          </a:p>
        </p:txBody>
      </p:sp>
      <p:sp>
        <p:nvSpPr>
          <p:cNvPr id="4" name="object 4"/>
          <p:cNvSpPr txBox="1"/>
          <p:nvPr/>
        </p:nvSpPr>
        <p:spPr>
          <a:xfrm>
            <a:off x="654050" y="1003932"/>
            <a:ext cx="6549390" cy="600710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23700"/>
              </a:lnSpc>
              <a:spcBef>
                <a:spcPts val="80"/>
              </a:spcBef>
            </a:pPr>
            <a:r>
              <a:rPr dirty="0" sz="1500" spc="-3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3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400" spc="-8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95" b="1">
                <a:solidFill>
                  <a:srgbClr val="2E3D6E"/>
                </a:solidFill>
                <a:latin typeface="Lucida Sans"/>
                <a:cs typeface="Lucida Sans"/>
              </a:rPr>
              <a:t>a</a:t>
            </a:r>
            <a:r>
              <a:rPr dirty="0" sz="1550" spc="-95" b="1">
                <a:solidFill>
                  <a:srgbClr val="2E3D6E"/>
                </a:solidFill>
                <a:latin typeface="Lucida Sans"/>
                <a:cs typeface="Lucida Sans"/>
              </a:rPr>
              <a:t>dde</a:t>
            </a:r>
            <a:r>
              <a:rPr dirty="0" sz="1400" spc="-95" b="1">
                <a:solidFill>
                  <a:srgbClr val="2E3D6E"/>
                </a:solidFill>
                <a:latin typeface="Lucida Sans"/>
                <a:cs typeface="Lucida Sans"/>
              </a:rPr>
              <a:t>r</a:t>
            </a:r>
            <a:r>
              <a:rPr dirty="0" sz="1400" spc="-70" b="1">
                <a:solidFill>
                  <a:srgbClr val="2E3D6E"/>
                </a:solidFill>
                <a:latin typeface="Lucida Sans"/>
                <a:cs typeface="Lucida Sans"/>
              </a:rPr>
              <a:t> </a:t>
            </a:r>
            <a:r>
              <a:rPr dirty="0" sz="150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40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400" spc="-9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5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85">
                <a:solidFill>
                  <a:srgbClr val="2E3D6E"/>
                </a:solidFill>
                <a:latin typeface="Lucida Sans Unicode"/>
                <a:cs typeface="Lucida Sans Unicode"/>
              </a:rPr>
              <a:t>digi</a:t>
            </a:r>
            <a:r>
              <a:rPr dirty="0" sz="1400" spc="-8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500" spc="-85">
                <a:solidFill>
                  <a:srgbClr val="2E3D6E"/>
                </a:solidFill>
                <a:latin typeface="Lucida Sans Unicode"/>
                <a:cs typeface="Lucida Sans Unicode"/>
              </a:rPr>
              <a:t>al</a:t>
            </a:r>
            <a:r>
              <a:rPr dirty="0" sz="1500" spc="-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35">
                <a:solidFill>
                  <a:srgbClr val="2E3D6E"/>
                </a:solidFill>
                <a:latin typeface="Lucida Sans Unicode"/>
                <a:cs typeface="Lucida Sans Unicode"/>
              </a:rPr>
              <a:t>ci</a:t>
            </a:r>
            <a:r>
              <a:rPr dirty="0" sz="1400" spc="-35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500" spc="-35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400" spc="-35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500" spc="-3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3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400" spc="-7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0">
                <a:solidFill>
                  <a:srgbClr val="2E3D6E"/>
                </a:solidFill>
                <a:latin typeface="Lucida Sans Unicode"/>
                <a:cs typeface="Lucida Sans Unicode"/>
              </a:rPr>
              <a:t>us</a:t>
            </a:r>
            <a:r>
              <a:rPr dirty="0" sz="1500" spc="-20">
                <a:solidFill>
                  <a:srgbClr val="2E3D6E"/>
                </a:solidFill>
                <a:latin typeface="Lucida Sans Unicode"/>
                <a:cs typeface="Lucida Sans Unicode"/>
              </a:rPr>
              <a:t>ed</a:t>
            </a:r>
            <a:r>
              <a:rPr dirty="0" sz="1500" spc="-7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2E3D6E"/>
                </a:solidFill>
                <a:latin typeface="Lucida Sans Unicode"/>
                <a:cs typeface="Lucida Sans Unicode"/>
              </a:rPr>
              <a:t>to</a:t>
            </a:r>
            <a:r>
              <a:rPr dirty="0" sz="1400" spc="-7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0">
                <a:solidFill>
                  <a:srgbClr val="2E3D6E"/>
                </a:solidFill>
                <a:latin typeface="Lucida Sans Unicode"/>
                <a:cs typeface="Lucida Sans Unicode"/>
              </a:rPr>
              <a:t>p</a:t>
            </a:r>
            <a:r>
              <a:rPr dirty="0" sz="1500" spc="-3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3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500" spc="-30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400" spc="-30">
                <a:solidFill>
                  <a:srgbClr val="2E3D6E"/>
                </a:solidFill>
                <a:latin typeface="Lucida Sans Unicode"/>
                <a:cs typeface="Lucida Sans Unicode"/>
              </a:rPr>
              <a:t>orm</a:t>
            </a:r>
            <a:r>
              <a:rPr dirty="0" sz="1400" spc="-7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30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1400" spc="-3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500" spc="-3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30">
                <a:solidFill>
                  <a:srgbClr val="2E3D6E"/>
                </a:solidFill>
                <a:latin typeface="Lucida Sans Unicode"/>
                <a:cs typeface="Lucida Sans Unicode"/>
              </a:rPr>
              <a:t>ry</a:t>
            </a:r>
            <a:r>
              <a:rPr dirty="0" sz="1400" spc="-8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70">
                <a:solidFill>
                  <a:srgbClr val="2E3D6E"/>
                </a:solidFill>
                <a:latin typeface="Lucida Sans Unicode"/>
                <a:cs typeface="Lucida Sans Unicode"/>
              </a:rPr>
              <a:t>addi</a:t>
            </a:r>
            <a:r>
              <a:rPr dirty="0" sz="1400" spc="-7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500" spc="-7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400" spc="-70">
                <a:solidFill>
                  <a:srgbClr val="2E3D6E"/>
                </a:solidFill>
                <a:latin typeface="Lucida Sans Unicode"/>
                <a:cs typeface="Lucida Sans Unicode"/>
              </a:rPr>
              <a:t>on</a:t>
            </a:r>
            <a:r>
              <a:rPr dirty="0" sz="14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60">
                <a:solidFill>
                  <a:srgbClr val="2E3D6E"/>
                </a:solidFill>
                <a:latin typeface="Lucida Sans Unicode"/>
                <a:cs typeface="Lucida Sans Unicode"/>
              </a:rPr>
              <a:t>—</a:t>
            </a:r>
            <a:r>
              <a:rPr dirty="0" sz="1500" spc="-2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500" spc="-6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35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400" spc="-35">
                <a:solidFill>
                  <a:srgbClr val="2E3D6E"/>
                </a:solidFill>
                <a:latin typeface="Lucida Sans Unicode"/>
                <a:cs typeface="Lucida Sans Unicode"/>
              </a:rPr>
              <a:t>un</a:t>
            </a:r>
            <a:r>
              <a:rPr dirty="0" sz="1500" spc="-35">
                <a:solidFill>
                  <a:srgbClr val="2E3D6E"/>
                </a:solidFill>
                <a:latin typeface="Lucida Sans Unicode"/>
                <a:cs typeface="Lucida Sans Unicode"/>
              </a:rPr>
              <a:t>da</a:t>
            </a:r>
            <a:r>
              <a:rPr dirty="0" sz="1400" spc="-35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500" spc="-3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35">
                <a:solidFill>
                  <a:srgbClr val="2E3D6E"/>
                </a:solidFill>
                <a:latin typeface="Lucida Sans Unicode"/>
                <a:cs typeface="Lucida Sans Unicode"/>
              </a:rPr>
              <a:t>nt</a:t>
            </a:r>
            <a:r>
              <a:rPr dirty="0" sz="1500" spc="-35">
                <a:solidFill>
                  <a:srgbClr val="2E3D6E"/>
                </a:solidFill>
                <a:latin typeface="Lucida Sans Unicode"/>
                <a:cs typeface="Lucida Sans Unicode"/>
              </a:rPr>
              <a:t>al </a:t>
            </a:r>
            <a:r>
              <a:rPr dirty="0" sz="1500" spc="-85">
                <a:solidFill>
                  <a:srgbClr val="2E3D6E"/>
                </a:solidFill>
                <a:latin typeface="Lucida Sans Unicode"/>
                <a:cs typeface="Lucida Sans Unicode"/>
              </a:rPr>
              <a:t>b</a:t>
            </a:r>
            <a:r>
              <a:rPr dirty="0" sz="1400" spc="-85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500" spc="-85">
                <a:solidFill>
                  <a:srgbClr val="2E3D6E"/>
                </a:solidFill>
                <a:latin typeface="Lucida Sans Unicode"/>
                <a:cs typeface="Lucida Sans Unicode"/>
              </a:rPr>
              <a:t>ildi</a:t>
            </a:r>
            <a:r>
              <a:rPr dirty="0" sz="1400" spc="-8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500" spc="-85">
                <a:solidFill>
                  <a:srgbClr val="2E3D6E"/>
                </a:solidFill>
                <a:latin typeface="Lucida Sans Unicode"/>
                <a:cs typeface="Lucida Sans Unicode"/>
              </a:rPr>
              <a:t>g</a:t>
            </a:r>
            <a:r>
              <a:rPr dirty="0" sz="15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45">
                <a:solidFill>
                  <a:srgbClr val="2E3D6E"/>
                </a:solidFill>
                <a:latin typeface="Lucida Sans Unicode"/>
                <a:cs typeface="Lucida Sans Unicode"/>
              </a:rPr>
              <a:t>bl</a:t>
            </a:r>
            <a:r>
              <a:rPr dirty="0" sz="1400" spc="-45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1500" spc="-45">
                <a:solidFill>
                  <a:srgbClr val="2E3D6E"/>
                </a:solidFill>
                <a:latin typeface="Lucida Sans Unicode"/>
                <a:cs typeface="Lucida Sans Unicode"/>
              </a:rPr>
              <a:t>ck</a:t>
            </a:r>
            <a:r>
              <a:rPr dirty="0" sz="1500" spc="-1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1500" spc="-10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500" spc="-9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85">
                <a:solidFill>
                  <a:srgbClr val="2E3D6E"/>
                </a:solidFill>
                <a:latin typeface="Lucida Sans Unicode"/>
                <a:cs typeface="Lucida Sans Unicode"/>
              </a:rPr>
              <a:t>digi</a:t>
            </a:r>
            <a:r>
              <a:rPr dirty="0" sz="1400" spc="-8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500" spc="-85">
                <a:solidFill>
                  <a:srgbClr val="2E3D6E"/>
                </a:solidFill>
                <a:latin typeface="Lucida Sans Unicode"/>
                <a:cs typeface="Lucida Sans Unicode"/>
              </a:rPr>
              <a:t>al</a:t>
            </a:r>
            <a:r>
              <a:rPr dirty="0" sz="1500" spc="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25">
                <a:solidFill>
                  <a:srgbClr val="2E3D6E"/>
                </a:solidFill>
                <a:latin typeface="Lucida Sans Unicode"/>
                <a:cs typeface="Lucida Sans Unicode"/>
              </a:rPr>
              <a:t>elec</a:t>
            </a:r>
            <a:r>
              <a:rPr dirty="0" sz="1400" spc="-25">
                <a:solidFill>
                  <a:srgbClr val="2E3D6E"/>
                </a:solidFill>
                <a:latin typeface="Lucida Sans Unicode"/>
                <a:cs typeface="Lucida Sans Unicode"/>
              </a:rPr>
              <a:t>tron</a:t>
            </a:r>
            <a:r>
              <a:rPr dirty="0" sz="1500" spc="-25">
                <a:solidFill>
                  <a:srgbClr val="2E3D6E"/>
                </a:solidFill>
                <a:latin typeface="Lucida Sans Unicode"/>
                <a:cs typeface="Lucida Sans Unicode"/>
              </a:rPr>
              <a:t>ic</a:t>
            </a:r>
            <a:r>
              <a:rPr dirty="0" sz="1400" spc="-25">
                <a:solidFill>
                  <a:srgbClr val="2E3D6E"/>
                </a:solidFill>
                <a:latin typeface="Lucida Sans Unicode"/>
                <a:cs typeface="Lucida Sans Unicode"/>
              </a:rPr>
              <a:t>s </a:t>
            </a:r>
            <a:r>
              <a:rPr dirty="0" sz="1500" spc="-6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400" spc="-6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500" spc="-6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500" spc="-25">
                <a:solidFill>
                  <a:srgbClr val="2E3D6E"/>
                </a:solidFill>
                <a:latin typeface="Lucida Sans Unicode"/>
                <a:cs typeface="Lucida Sans Unicode"/>
              </a:rPr>
              <a:t> c</a:t>
            </a:r>
            <a:r>
              <a:rPr dirty="0" sz="1400" spc="-25">
                <a:solidFill>
                  <a:srgbClr val="2E3D6E"/>
                </a:solidFill>
                <a:latin typeface="Lucida Sans Unicode"/>
                <a:cs typeface="Lucida Sans Unicode"/>
              </a:rPr>
              <a:t>omput</a:t>
            </a:r>
            <a:r>
              <a:rPr dirty="0" sz="1500" spc="-2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25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4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10">
                <a:solidFill>
                  <a:srgbClr val="2E3D6E"/>
                </a:solidFill>
                <a:latin typeface="Lucida Sans Unicode"/>
                <a:cs typeface="Lucida Sans Unicode"/>
              </a:rPr>
              <a:t>syst</a:t>
            </a:r>
            <a:r>
              <a:rPr dirty="0" sz="1500" spc="-1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400" spc="-10">
                <a:solidFill>
                  <a:srgbClr val="2E3D6E"/>
                </a:solidFill>
                <a:latin typeface="Lucida Sans Unicode"/>
                <a:cs typeface="Lucida Sans Unicode"/>
              </a:rPr>
              <a:t>ms</a:t>
            </a:r>
            <a:r>
              <a:rPr dirty="0" sz="1500" spc="-10">
                <a:solidFill>
                  <a:srgbClr val="2E3D6E"/>
                </a:solidFill>
                <a:latin typeface="Lucida Sans Unicode"/>
                <a:cs typeface="Lucida Sans Unicode"/>
              </a:rPr>
              <a:t>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76274" y="2009774"/>
            <a:ext cx="3209925" cy="628650"/>
          </a:xfrm>
          <a:custGeom>
            <a:avLst/>
            <a:gdLst/>
            <a:ahLst/>
            <a:cxnLst/>
            <a:rect l="l" t="t" r="r" b="b"/>
            <a:pathLst>
              <a:path w="3209925" h="628650">
                <a:moveTo>
                  <a:pt x="0" y="542924"/>
                </a:moveTo>
                <a:lnTo>
                  <a:pt x="0" y="85724"/>
                </a:lnTo>
                <a:lnTo>
                  <a:pt x="0" y="80096"/>
                </a:lnTo>
                <a:lnTo>
                  <a:pt x="549" y="74521"/>
                </a:lnTo>
                <a:lnTo>
                  <a:pt x="1647" y="69000"/>
                </a:lnTo>
                <a:lnTo>
                  <a:pt x="2745" y="63479"/>
                </a:lnTo>
                <a:lnTo>
                  <a:pt x="4371" y="58119"/>
                </a:lnTo>
                <a:lnTo>
                  <a:pt x="6525" y="52918"/>
                </a:lnTo>
                <a:lnTo>
                  <a:pt x="8679" y="47718"/>
                </a:lnTo>
                <a:lnTo>
                  <a:pt x="25108" y="25107"/>
                </a:lnTo>
                <a:lnTo>
                  <a:pt x="29088" y="21127"/>
                </a:lnTo>
                <a:lnTo>
                  <a:pt x="33418" y="17573"/>
                </a:lnTo>
                <a:lnTo>
                  <a:pt x="38098" y="14446"/>
                </a:lnTo>
                <a:lnTo>
                  <a:pt x="42778" y="11319"/>
                </a:lnTo>
                <a:lnTo>
                  <a:pt x="47719" y="8679"/>
                </a:lnTo>
                <a:lnTo>
                  <a:pt x="52919" y="6525"/>
                </a:lnTo>
                <a:lnTo>
                  <a:pt x="58119" y="4371"/>
                </a:lnTo>
                <a:lnTo>
                  <a:pt x="63480" y="2745"/>
                </a:lnTo>
                <a:lnTo>
                  <a:pt x="69000" y="1646"/>
                </a:lnTo>
                <a:lnTo>
                  <a:pt x="74521" y="548"/>
                </a:lnTo>
                <a:lnTo>
                  <a:pt x="80096" y="0"/>
                </a:lnTo>
                <a:lnTo>
                  <a:pt x="85725" y="0"/>
                </a:lnTo>
                <a:lnTo>
                  <a:pt x="3124199" y="0"/>
                </a:lnTo>
                <a:lnTo>
                  <a:pt x="3129828" y="0"/>
                </a:lnTo>
                <a:lnTo>
                  <a:pt x="3135403" y="548"/>
                </a:lnTo>
                <a:lnTo>
                  <a:pt x="3140923" y="1646"/>
                </a:lnTo>
                <a:lnTo>
                  <a:pt x="3146444" y="2745"/>
                </a:lnTo>
                <a:lnTo>
                  <a:pt x="3151804" y="4370"/>
                </a:lnTo>
                <a:lnTo>
                  <a:pt x="3157004" y="6524"/>
                </a:lnTo>
                <a:lnTo>
                  <a:pt x="3162205" y="8678"/>
                </a:lnTo>
                <a:lnTo>
                  <a:pt x="3167145" y="11319"/>
                </a:lnTo>
                <a:lnTo>
                  <a:pt x="3171825" y="14446"/>
                </a:lnTo>
                <a:lnTo>
                  <a:pt x="3176505" y="17573"/>
                </a:lnTo>
                <a:lnTo>
                  <a:pt x="3180836" y="21127"/>
                </a:lnTo>
                <a:lnTo>
                  <a:pt x="3184816" y="25107"/>
                </a:lnTo>
                <a:lnTo>
                  <a:pt x="3188796" y="29087"/>
                </a:lnTo>
                <a:lnTo>
                  <a:pt x="3192349" y="33417"/>
                </a:lnTo>
                <a:lnTo>
                  <a:pt x="3195476" y="38097"/>
                </a:lnTo>
                <a:lnTo>
                  <a:pt x="3198603" y="42777"/>
                </a:lnTo>
                <a:lnTo>
                  <a:pt x="3208277" y="69000"/>
                </a:lnTo>
                <a:lnTo>
                  <a:pt x="3209375" y="74521"/>
                </a:lnTo>
                <a:lnTo>
                  <a:pt x="3209924" y="80096"/>
                </a:lnTo>
                <a:lnTo>
                  <a:pt x="3209924" y="85724"/>
                </a:lnTo>
                <a:lnTo>
                  <a:pt x="3209924" y="542924"/>
                </a:lnTo>
                <a:lnTo>
                  <a:pt x="3209924" y="548553"/>
                </a:lnTo>
                <a:lnTo>
                  <a:pt x="3209375" y="554127"/>
                </a:lnTo>
                <a:lnTo>
                  <a:pt x="3195476" y="590549"/>
                </a:lnTo>
                <a:lnTo>
                  <a:pt x="3192349" y="595229"/>
                </a:lnTo>
                <a:lnTo>
                  <a:pt x="3171825" y="614201"/>
                </a:lnTo>
                <a:lnTo>
                  <a:pt x="3167145" y="617328"/>
                </a:lnTo>
                <a:lnTo>
                  <a:pt x="3162205" y="619969"/>
                </a:lnTo>
                <a:lnTo>
                  <a:pt x="3157004" y="622123"/>
                </a:lnTo>
                <a:lnTo>
                  <a:pt x="3151804" y="624277"/>
                </a:lnTo>
                <a:lnTo>
                  <a:pt x="3124199" y="628649"/>
                </a:lnTo>
                <a:lnTo>
                  <a:pt x="85725" y="628649"/>
                </a:lnTo>
                <a:lnTo>
                  <a:pt x="52919" y="622123"/>
                </a:lnTo>
                <a:lnTo>
                  <a:pt x="47719" y="619969"/>
                </a:lnTo>
                <a:lnTo>
                  <a:pt x="42778" y="617327"/>
                </a:lnTo>
                <a:lnTo>
                  <a:pt x="38098" y="614200"/>
                </a:lnTo>
                <a:lnTo>
                  <a:pt x="33418" y="611073"/>
                </a:lnTo>
                <a:lnTo>
                  <a:pt x="14447" y="590549"/>
                </a:lnTo>
                <a:lnTo>
                  <a:pt x="11320" y="585869"/>
                </a:lnTo>
                <a:lnTo>
                  <a:pt x="0" y="548553"/>
                </a:lnTo>
                <a:lnTo>
                  <a:pt x="0" y="542924"/>
                </a:lnTo>
                <a:close/>
              </a:path>
            </a:pathLst>
          </a:custGeom>
          <a:ln w="19049">
            <a:solidFill>
              <a:srgbClr val="BEDF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06449" y="2081492"/>
            <a:ext cx="2878455" cy="42925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b="1">
                <a:solidFill>
                  <a:srgbClr val="2E3D6E"/>
                </a:solidFill>
                <a:latin typeface="Arial"/>
                <a:cs typeface="Arial"/>
              </a:rPr>
              <a:t>C</a:t>
            </a:r>
            <a:r>
              <a:rPr dirty="0" sz="1300" b="1">
                <a:solidFill>
                  <a:srgbClr val="2E3D6E"/>
                </a:solidFill>
                <a:latin typeface="Arial"/>
                <a:cs typeface="Arial"/>
              </a:rPr>
              <a:t>omput</a:t>
            </a:r>
            <a:r>
              <a:rPr dirty="0" sz="1400" b="1">
                <a:solidFill>
                  <a:srgbClr val="2E3D6E"/>
                </a:solidFill>
                <a:latin typeface="Arial"/>
                <a:cs typeface="Arial"/>
              </a:rPr>
              <a:t>e</a:t>
            </a:r>
            <a:r>
              <a:rPr dirty="0" sz="1300" b="1">
                <a:solidFill>
                  <a:srgbClr val="2E3D6E"/>
                </a:solidFill>
                <a:latin typeface="Arial"/>
                <a:cs typeface="Arial"/>
              </a:rPr>
              <a:t>rs</a:t>
            </a:r>
            <a:r>
              <a:rPr dirty="0" sz="1300" spc="-20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2E3D6E"/>
                </a:solidFill>
                <a:latin typeface="Arial"/>
                <a:cs typeface="Arial"/>
              </a:rPr>
              <a:t>&amp;</a:t>
            </a:r>
            <a:r>
              <a:rPr dirty="0" sz="1400" spc="-150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2E3D6E"/>
                </a:solidFill>
                <a:latin typeface="Arial"/>
                <a:cs typeface="Arial"/>
              </a:rPr>
              <a:t>CPU</a:t>
            </a:r>
            <a:r>
              <a:rPr dirty="0" sz="1300" spc="-20" b="1">
                <a:solidFill>
                  <a:srgbClr val="2E3D6E"/>
                </a:solidFill>
                <a:latin typeface="Arial"/>
                <a:cs typeface="Arial"/>
              </a:rPr>
              <a:t>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or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200" spc="-7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ic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-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ntr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al</a:t>
            </a:r>
            <a:r>
              <a:rPr dirty="0" sz="1200" spc="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pro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ss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g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un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ts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19549" y="2009774"/>
            <a:ext cx="3209925" cy="628650"/>
          </a:xfrm>
          <a:custGeom>
            <a:avLst/>
            <a:gdLst/>
            <a:ahLst/>
            <a:cxnLst/>
            <a:rect l="l" t="t" r="r" b="b"/>
            <a:pathLst>
              <a:path w="3209925" h="628650">
                <a:moveTo>
                  <a:pt x="0" y="542924"/>
                </a:moveTo>
                <a:lnTo>
                  <a:pt x="0" y="85724"/>
                </a:lnTo>
                <a:lnTo>
                  <a:pt x="0" y="80096"/>
                </a:lnTo>
                <a:lnTo>
                  <a:pt x="549" y="74521"/>
                </a:lnTo>
                <a:lnTo>
                  <a:pt x="1647" y="69000"/>
                </a:lnTo>
                <a:lnTo>
                  <a:pt x="2745" y="63479"/>
                </a:lnTo>
                <a:lnTo>
                  <a:pt x="4370" y="58119"/>
                </a:lnTo>
                <a:lnTo>
                  <a:pt x="6525" y="52918"/>
                </a:lnTo>
                <a:lnTo>
                  <a:pt x="8679" y="47718"/>
                </a:lnTo>
                <a:lnTo>
                  <a:pt x="11319" y="42778"/>
                </a:lnTo>
                <a:lnTo>
                  <a:pt x="14447" y="38097"/>
                </a:lnTo>
                <a:lnTo>
                  <a:pt x="17574" y="33417"/>
                </a:lnTo>
                <a:lnTo>
                  <a:pt x="21128" y="29087"/>
                </a:lnTo>
                <a:lnTo>
                  <a:pt x="25108" y="25107"/>
                </a:lnTo>
                <a:lnTo>
                  <a:pt x="29088" y="21127"/>
                </a:lnTo>
                <a:lnTo>
                  <a:pt x="33418" y="17573"/>
                </a:lnTo>
                <a:lnTo>
                  <a:pt x="38098" y="14446"/>
                </a:lnTo>
                <a:lnTo>
                  <a:pt x="42778" y="11319"/>
                </a:lnTo>
                <a:lnTo>
                  <a:pt x="47718" y="8679"/>
                </a:lnTo>
                <a:lnTo>
                  <a:pt x="52919" y="6525"/>
                </a:lnTo>
                <a:lnTo>
                  <a:pt x="58119" y="4371"/>
                </a:lnTo>
                <a:lnTo>
                  <a:pt x="63480" y="2745"/>
                </a:lnTo>
                <a:lnTo>
                  <a:pt x="69000" y="1646"/>
                </a:lnTo>
                <a:lnTo>
                  <a:pt x="74521" y="548"/>
                </a:lnTo>
                <a:lnTo>
                  <a:pt x="80096" y="0"/>
                </a:lnTo>
                <a:lnTo>
                  <a:pt x="85725" y="0"/>
                </a:lnTo>
                <a:lnTo>
                  <a:pt x="3124200" y="0"/>
                </a:lnTo>
                <a:lnTo>
                  <a:pt x="3129828" y="0"/>
                </a:lnTo>
                <a:lnTo>
                  <a:pt x="3135403" y="548"/>
                </a:lnTo>
                <a:lnTo>
                  <a:pt x="3140923" y="1646"/>
                </a:lnTo>
                <a:lnTo>
                  <a:pt x="3146444" y="2745"/>
                </a:lnTo>
                <a:lnTo>
                  <a:pt x="3151804" y="4370"/>
                </a:lnTo>
                <a:lnTo>
                  <a:pt x="3157004" y="6524"/>
                </a:lnTo>
                <a:lnTo>
                  <a:pt x="3162205" y="8678"/>
                </a:lnTo>
                <a:lnTo>
                  <a:pt x="3167145" y="11319"/>
                </a:lnTo>
                <a:lnTo>
                  <a:pt x="3171825" y="14446"/>
                </a:lnTo>
                <a:lnTo>
                  <a:pt x="3176506" y="17573"/>
                </a:lnTo>
                <a:lnTo>
                  <a:pt x="3180836" y="21127"/>
                </a:lnTo>
                <a:lnTo>
                  <a:pt x="3184816" y="25107"/>
                </a:lnTo>
                <a:lnTo>
                  <a:pt x="3188796" y="29087"/>
                </a:lnTo>
                <a:lnTo>
                  <a:pt x="3203399" y="52918"/>
                </a:lnTo>
                <a:lnTo>
                  <a:pt x="3205553" y="58118"/>
                </a:lnTo>
                <a:lnTo>
                  <a:pt x="3207179" y="63479"/>
                </a:lnTo>
                <a:lnTo>
                  <a:pt x="3208277" y="69000"/>
                </a:lnTo>
                <a:lnTo>
                  <a:pt x="3209375" y="74521"/>
                </a:lnTo>
                <a:lnTo>
                  <a:pt x="3209925" y="80096"/>
                </a:lnTo>
                <a:lnTo>
                  <a:pt x="3209925" y="85724"/>
                </a:lnTo>
                <a:lnTo>
                  <a:pt x="3209925" y="542924"/>
                </a:lnTo>
                <a:lnTo>
                  <a:pt x="3209925" y="548553"/>
                </a:lnTo>
                <a:lnTo>
                  <a:pt x="3209375" y="554127"/>
                </a:lnTo>
                <a:lnTo>
                  <a:pt x="3208277" y="559648"/>
                </a:lnTo>
                <a:lnTo>
                  <a:pt x="3207179" y="565168"/>
                </a:lnTo>
                <a:lnTo>
                  <a:pt x="3205553" y="570528"/>
                </a:lnTo>
                <a:lnTo>
                  <a:pt x="3203399" y="575728"/>
                </a:lnTo>
                <a:lnTo>
                  <a:pt x="3201245" y="580929"/>
                </a:lnTo>
                <a:lnTo>
                  <a:pt x="3198604" y="585869"/>
                </a:lnTo>
                <a:lnTo>
                  <a:pt x="3195477" y="590549"/>
                </a:lnTo>
                <a:lnTo>
                  <a:pt x="3192350" y="595229"/>
                </a:lnTo>
                <a:lnTo>
                  <a:pt x="3171825" y="614201"/>
                </a:lnTo>
                <a:lnTo>
                  <a:pt x="3167145" y="617328"/>
                </a:lnTo>
                <a:lnTo>
                  <a:pt x="3162205" y="619969"/>
                </a:lnTo>
                <a:lnTo>
                  <a:pt x="3157004" y="622123"/>
                </a:lnTo>
                <a:lnTo>
                  <a:pt x="3151804" y="624277"/>
                </a:lnTo>
                <a:lnTo>
                  <a:pt x="3146444" y="625903"/>
                </a:lnTo>
                <a:lnTo>
                  <a:pt x="3140922" y="627001"/>
                </a:lnTo>
                <a:lnTo>
                  <a:pt x="3135402" y="628099"/>
                </a:lnTo>
                <a:lnTo>
                  <a:pt x="3129828" y="628649"/>
                </a:lnTo>
                <a:lnTo>
                  <a:pt x="3124200" y="628649"/>
                </a:lnTo>
                <a:lnTo>
                  <a:pt x="85725" y="628649"/>
                </a:lnTo>
                <a:lnTo>
                  <a:pt x="52919" y="622123"/>
                </a:lnTo>
                <a:lnTo>
                  <a:pt x="47718" y="619969"/>
                </a:lnTo>
                <a:lnTo>
                  <a:pt x="42778" y="617327"/>
                </a:lnTo>
                <a:lnTo>
                  <a:pt x="38098" y="614200"/>
                </a:lnTo>
                <a:lnTo>
                  <a:pt x="33418" y="611073"/>
                </a:lnTo>
                <a:lnTo>
                  <a:pt x="14447" y="590549"/>
                </a:lnTo>
                <a:lnTo>
                  <a:pt x="11319" y="585869"/>
                </a:lnTo>
                <a:lnTo>
                  <a:pt x="8679" y="580929"/>
                </a:lnTo>
                <a:lnTo>
                  <a:pt x="6525" y="575728"/>
                </a:lnTo>
                <a:lnTo>
                  <a:pt x="4370" y="570528"/>
                </a:lnTo>
                <a:lnTo>
                  <a:pt x="2744" y="565168"/>
                </a:lnTo>
                <a:lnTo>
                  <a:pt x="1646" y="559648"/>
                </a:lnTo>
                <a:lnTo>
                  <a:pt x="549" y="554127"/>
                </a:lnTo>
                <a:lnTo>
                  <a:pt x="0" y="548553"/>
                </a:lnTo>
                <a:lnTo>
                  <a:pt x="0" y="542924"/>
                </a:lnTo>
                <a:close/>
              </a:path>
            </a:pathLst>
          </a:custGeom>
          <a:ln w="19049">
            <a:solidFill>
              <a:srgbClr val="BEDF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49724" y="2081492"/>
            <a:ext cx="2546350" cy="42925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 b="1">
                <a:solidFill>
                  <a:srgbClr val="2E3D6E"/>
                </a:solidFill>
                <a:latin typeface="Arial"/>
                <a:cs typeface="Arial"/>
              </a:rPr>
              <a:t>Calc</a:t>
            </a:r>
            <a:r>
              <a:rPr dirty="0" sz="1300" spc="-10" b="1">
                <a:solidFill>
                  <a:srgbClr val="2E3D6E"/>
                </a:solidFill>
                <a:latin typeface="Arial"/>
                <a:cs typeface="Arial"/>
              </a:rPr>
              <a:t>u</a:t>
            </a:r>
            <a:r>
              <a:rPr dirty="0" sz="1400" spc="-10" b="1">
                <a:solidFill>
                  <a:srgbClr val="2E3D6E"/>
                </a:solidFill>
                <a:latin typeface="Arial"/>
                <a:cs typeface="Arial"/>
              </a:rPr>
              <a:t>la</a:t>
            </a:r>
            <a:r>
              <a:rPr dirty="0" sz="1300" spc="-10" b="1">
                <a:solidFill>
                  <a:srgbClr val="2E3D6E"/>
                </a:solidFill>
                <a:latin typeface="Arial"/>
                <a:cs typeface="Arial"/>
              </a:rPr>
              <a:t>tors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P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ow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g</a:t>
            </a:r>
            <a:r>
              <a:rPr dirty="0" sz="1200" spc="-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v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ry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num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ic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omput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on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76274" y="2771774"/>
            <a:ext cx="3209925" cy="619125"/>
          </a:xfrm>
          <a:custGeom>
            <a:avLst/>
            <a:gdLst/>
            <a:ahLst/>
            <a:cxnLst/>
            <a:rect l="l" t="t" r="r" b="b"/>
            <a:pathLst>
              <a:path w="3209925" h="619125">
                <a:moveTo>
                  <a:pt x="0" y="533399"/>
                </a:moveTo>
                <a:lnTo>
                  <a:pt x="0" y="85724"/>
                </a:lnTo>
                <a:lnTo>
                  <a:pt x="0" y="80095"/>
                </a:lnTo>
                <a:lnTo>
                  <a:pt x="549" y="74521"/>
                </a:lnTo>
                <a:lnTo>
                  <a:pt x="14447" y="38097"/>
                </a:lnTo>
                <a:lnTo>
                  <a:pt x="25108" y="25107"/>
                </a:lnTo>
                <a:lnTo>
                  <a:pt x="29088" y="21127"/>
                </a:lnTo>
                <a:lnTo>
                  <a:pt x="33418" y="17573"/>
                </a:lnTo>
                <a:lnTo>
                  <a:pt x="38098" y="14446"/>
                </a:lnTo>
                <a:lnTo>
                  <a:pt x="42778" y="11319"/>
                </a:lnTo>
                <a:lnTo>
                  <a:pt x="80096" y="0"/>
                </a:lnTo>
                <a:lnTo>
                  <a:pt x="85725" y="0"/>
                </a:lnTo>
                <a:lnTo>
                  <a:pt x="3124199" y="0"/>
                </a:lnTo>
                <a:lnTo>
                  <a:pt x="3129828" y="0"/>
                </a:lnTo>
                <a:lnTo>
                  <a:pt x="3135403" y="548"/>
                </a:lnTo>
                <a:lnTo>
                  <a:pt x="3171825" y="14446"/>
                </a:lnTo>
                <a:lnTo>
                  <a:pt x="3176505" y="17573"/>
                </a:lnTo>
                <a:lnTo>
                  <a:pt x="3180836" y="21127"/>
                </a:lnTo>
                <a:lnTo>
                  <a:pt x="3184816" y="25107"/>
                </a:lnTo>
                <a:lnTo>
                  <a:pt x="3188796" y="29087"/>
                </a:lnTo>
                <a:lnTo>
                  <a:pt x="3207179" y="63479"/>
                </a:lnTo>
                <a:lnTo>
                  <a:pt x="3209924" y="80095"/>
                </a:lnTo>
                <a:lnTo>
                  <a:pt x="3209924" y="85724"/>
                </a:lnTo>
                <a:lnTo>
                  <a:pt x="3209924" y="533399"/>
                </a:lnTo>
                <a:lnTo>
                  <a:pt x="3209924" y="539028"/>
                </a:lnTo>
                <a:lnTo>
                  <a:pt x="3209375" y="544602"/>
                </a:lnTo>
                <a:lnTo>
                  <a:pt x="3208277" y="550123"/>
                </a:lnTo>
                <a:lnTo>
                  <a:pt x="3207179" y="555643"/>
                </a:lnTo>
                <a:lnTo>
                  <a:pt x="3205553" y="561004"/>
                </a:lnTo>
                <a:lnTo>
                  <a:pt x="3203399" y="566203"/>
                </a:lnTo>
                <a:lnTo>
                  <a:pt x="3201245" y="571404"/>
                </a:lnTo>
                <a:lnTo>
                  <a:pt x="3198604" y="576345"/>
                </a:lnTo>
                <a:lnTo>
                  <a:pt x="3195476" y="581024"/>
                </a:lnTo>
                <a:lnTo>
                  <a:pt x="3192349" y="585704"/>
                </a:lnTo>
                <a:lnTo>
                  <a:pt x="3171825" y="604675"/>
                </a:lnTo>
                <a:lnTo>
                  <a:pt x="3167145" y="607803"/>
                </a:lnTo>
                <a:lnTo>
                  <a:pt x="3162205" y="610444"/>
                </a:lnTo>
                <a:lnTo>
                  <a:pt x="3157004" y="612598"/>
                </a:lnTo>
                <a:lnTo>
                  <a:pt x="3151804" y="614753"/>
                </a:lnTo>
                <a:lnTo>
                  <a:pt x="3146444" y="616378"/>
                </a:lnTo>
                <a:lnTo>
                  <a:pt x="3140923" y="617477"/>
                </a:lnTo>
                <a:lnTo>
                  <a:pt x="3135403" y="618576"/>
                </a:lnTo>
                <a:lnTo>
                  <a:pt x="3129828" y="619124"/>
                </a:lnTo>
                <a:lnTo>
                  <a:pt x="3124199" y="619124"/>
                </a:lnTo>
                <a:lnTo>
                  <a:pt x="85725" y="619124"/>
                </a:lnTo>
                <a:lnTo>
                  <a:pt x="80096" y="619124"/>
                </a:lnTo>
                <a:lnTo>
                  <a:pt x="74521" y="618576"/>
                </a:lnTo>
                <a:lnTo>
                  <a:pt x="69000" y="617477"/>
                </a:lnTo>
                <a:lnTo>
                  <a:pt x="63480" y="616378"/>
                </a:lnTo>
                <a:lnTo>
                  <a:pt x="58119" y="614753"/>
                </a:lnTo>
                <a:lnTo>
                  <a:pt x="52919" y="612598"/>
                </a:lnTo>
                <a:lnTo>
                  <a:pt x="47719" y="610444"/>
                </a:lnTo>
                <a:lnTo>
                  <a:pt x="42778" y="607803"/>
                </a:lnTo>
                <a:lnTo>
                  <a:pt x="38098" y="604675"/>
                </a:lnTo>
                <a:lnTo>
                  <a:pt x="33418" y="601549"/>
                </a:lnTo>
                <a:lnTo>
                  <a:pt x="14447" y="581024"/>
                </a:lnTo>
                <a:lnTo>
                  <a:pt x="11320" y="576345"/>
                </a:lnTo>
                <a:lnTo>
                  <a:pt x="8679" y="571404"/>
                </a:lnTo>
                <a:lnTo>
                  <a:pt x="6525" y="566203"/>
                </a:lnTo>
                <a:lnTo>
                  <a:pt x="4371" y="561004"/>
                </a:lnTo>
                <a:lnTo>
                  <a:pt x="2745" y="555643"/>
                </a:lnTo>
                <a:lnTo>
                  <a:pt x="1647" y="550123"/>
                </a:lnTo>
                <a:lnTo>
                  <a:pt x="549" y="544602"/>
                </a:lnTo>
                <a:lnTo>
                  <a:pt x="0" y="539028"/>
                </a:lnTo>
                <a:lnTo>
                  <a:pt x="0" y="533399"/>
                </a:lnTo>
                <a:close/>
              </a:path>
            </a:pathLst>
          </a:custGeom>
          <a:ln w="19049">
            <a:solidFill>
              <a:srgbClr val="BEDF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06449" y="2843492"/>
            <a:ext cx="2467610" cy="42925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0" b="1">
                <a:solidFill>
                  <a:srgbClr val="2E3D6E"/>
                </a:solidFill>
                <a:latin typeface="Arial"/>
                <a:cs typeface="Arial"/>
              </a:rPr>
              <a:t>ALU</a:t>
            </a:r>
            <a:r>
              <a:rPr dirty="0" sz="1300" spc="-20" b="1">
                <a:solidFill>
                  <a:srgbClr val="2E3D6E"/>
                </a:solidFill>
                <a:latin typeface="Arial"/>
                <a:cs typeface="Arial"/>
              </a:rPr>
              <a:t>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ic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gic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ts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pro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ssors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019549" y="2771774"/>
            <a:ext cx="3209925" cy="619125"/>
          </a:xfrm>
          <a:custGeom>
            <a:avLst/>
            <a:gdLst/>
            <a:ahLst/>
            <a:cxnLst/>
            <a:rect l="l" t="t" r="r" b="b"/>
            <a:pathLst>
              <a:path w="3209925" h="619125">
                <a:moveTo>
                  <a:pt x="0" y="533399"/>
                </a:moveTo>
                <a:lnTo>
                  <a:pt x="0" y="85724"/>
                </a:lnTo>
                <a:lnTo>
                  <a:pt x="0" y="80095"/>
                </a:lnTo>
                <a:lnTo>
                  <a:pt x="549" y="74521"/>
                </a:lnTo>
                <a:lnTo>
                  <a:pt x="14447" y="38097"/>
                </a:lnTo>
                <a:lnTo>
                  <a:pt x="25108" y="25107"/>
                </a:lnTo>
                <a:lnTo>
                  <a:pt x="29088" y="21127"/>
                </a:lnTo>
                <a:lnTo>
                  <a:pt x="33418" y="17573"/>
                </a:lnTo>
                <a:lnTo>
                  <a:pt x="38098" y="14446"/>
                </a:lnTo>
                <a:lnTo>
                  <a:pt x="42778" y="11319"/>
                </a:lnTo>
                <a:lnTo>
                  <a:pt x="80096" y="0"/>
                </a:lnTo>
                <a:lnTo>
                  <a:pt x="85725" y="0"/>
                </a:lnTo>
                <a:lnTo>
                  <a:pt x="3124200" y="0"/>
                </a:lnTo>
                <a:lnTo>
                  <a:pt x="3129828" y="0"/>
                </a:lnTo>
                <a:lnTo>
                  <a:pt x="3135403" y="548"/>
                </a:lnTo>
                <a:lnTo>
                  <a:pt x="3140923" y="1646"/>
                </a:lnTo>
                <a:lnTo>
                  <a:pt x="3146444" y="2745"/>
                </a:lnTo>
                <a:lnTo>
                  <a:pt x="3171825" y="14446"/>
                </a:lnTo>
                <a:lnTo>
                  <a:pt x="3176506" y="17573"/>
                </a:lnTo>
                <a:lnTo>
                  <a:pt x="3180836" y="21127"/>
                </a:lnTo>
                <a:lnTo>
                  <a:pt x="3184816" y="25107"/>
                </a:lnTo>
                <a:lnTo>
                  <a:pt x="3188796" y="29087"/>
                </a:lnTo>
                <a:lnTo>
                  <a:pt x="3207179" y="63479"/>
                </a:lnTo>
                <a:lnTo>
                  <a:pt x="3209925" y="80095"/>
                </a:lnTo>
                <a:lnTo>
                  <a:pt x="3209925" y="85724"/>
                </a:lnTo>
                <a:lnTo>
                  <a:pt x="3209925" y="533399"/>
                </a:lnTo>
                <a:lnTo>
                  <a:pt x="3209925" y="539028"/>
                </a:lnTo>
                <a:lnTo>
                  <a:pt x="3209375" y="544602"/>
                </a:lnTo>
                <a:lnTo>
                  <a:pt x="3208277" y="550123"/>
                </a:lnTo>
                <a:lnTo>
                  <a:pt x="3207179" y="555643"/>
                </a:lnTo>
                <a:lnTo>
                  <a:pt x="3205553" y="561004"/>
                </a:lnTo>
                <a:lnTo>
                  <a:pt x="3203399" y="566203"/>
                </a:lnTo>
                <a:lnTo>
                  <a:pt x="3201245" y="571404"/>
                </a:lnTo>
                <a:lnTo>
                  <a:pt x="3176506" y="601549"/>
                </a:lnTo>
                <a:lnTo>
                  <a:pt x="3171825" y="604675"/>
                </a:lnTo>
                <a:lnTo>
                  <a:pt x="3167145" y="607803"/>
                </a:lnTo>
                <a:lnTo>
                  <a:pt x="3140922" y="617477"/>
                </a:lnTo>
                <a:lnTo>
                  <a:pt x="3135402" y="618576"/>
                </a:lnTo>
                <a:lnTo>
                  <a:pt x="3129828" y="619124"/>
                </a:lnTo>
                <a:lnTo>
                  <a:pt x="3124200" y="619124"/>
                </a:lnTo>
                <a:lnTo>
                  <a:pt x="85725" y="619124"/>
                </a:lnTo>
                <a:lnTo>
                  <a:pt x="80096" y="619124"/>
                </a:lnTo>
                <a:lnTo>
                  <a:pt x="74521" y="618576"/>
                </a:lnTo>
                <a:lnTo>
                  <a:pt x="38098" y="604675"/>
                </a:lnTo>
                <a:lnTo>
                  <a:pt x="33418" y="601549"/>
                </a:lnTo>
                <a:lnTo>
                  <a:pt x="29088" y="597996"/>
                </a:lnTo>
                <a:lnTo>
                  <a:pt x="25108" y="594016"/>
                </a:lnTo>
                <a:lnTo>
                  <a:pt x="21128" y="590035"/>
                </a:lnTo>
                <a:lnTo>
                  <a:pt x="17574" y="585704"/>
                </a:lnTo>
                <a:lnTo>
                  <a:pt x="14447" y="581024"/>
                </a:lnTo>
                <a:lnTo>
                  <a:pt x="11319" y="576345"/>
                </a:lnTo>
                <a:lnTo>
                  <a:pt x="8679" y="571404"/>
                </a:lnTo>
                <a:lnTo>
                  <a:pt x="6525" y="566203"/>
                </a:lnTo>
                <a:lnTo>
                  <a:pt x="4370" y="561004"/>
                </a:lnTo>
                <a:lnTo>
                  <a:pt x="2744" y="555643"/>
                </a:lnTo>
                <a:lnTo>
                  <a:pt x="1646" y="550123"/>
                </a:lnTo>
                <a:lnTo>
                  <a:pt x="549" y="544602"/>
                </a:lnTo>
                <a:lnTo>
                  <a:pt x="0" y="539028"/>
                </a:lnTo>
                <a:lnTo>
                  <a:pt x="0" y="533399"/>
                </a:lnTo>
                <a:close/>
              </a:path>
            </a:pathLst>
          </a:custGeom>
          <a:ln w="19049">
            <a:solidFill>
              <a:srgbClr val="BEDF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149724" y="2843492"/>
            <a:ext cx="2849880" cy="42925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 b="1">
                <a:solidFill>
                  <a:srgbClr val="2E3D6E"/>
                </a:solidFill>
                <a:latin typeface="Arial"/>
                <a:cs typeface="Arial"/>
              </a:rPr>
              <a:t>Mic</a:t>
            </a:r>
            <a:r>
              <a:rPr dirty="0" sz="1300" spc="-10" b="1">
                <a:solidFill>
                  <a:srgbClr val="2E3D6E"/>
                </a:solidFill>
                <a:latin typeface="Arial"/>
                <a:cs typeface="Arial"/>
              </a:rPr>
              <a:t>ro</a:t>
            </a:r>
            <a:r>
              <a:rPr dirty="0" sz="1400" spc="-10" b="1">
                <a:solidFill>
                  <a:srgbClr val="2E3D6E"/>
                </a:solidFill>
                <a:latin typeface="Arial"/>
                <a:cs typeface="Arial"/>
              </a:rPr>
              <a:t>c</a:t>
            </a:r>
            <a:r>
              <a:rPr dirty="0" sz="1300" spc="-10" b="1">
                <a:solidFill>
                  <a:srgbClr val="2E3D6E"/>
                </a:solidFill>
                <a:latin typeface="Arial"/>
                <a:cs typeface="Arial"/>
              </a:rPr>
              <a:t>ontro</a:t>
            </a:r>
            <a:r>
              <a:rPr dirty="0" sz="1400" spc="-10" b="1">
                <a:solidFill>
                  <a:srgbClr val="2E3D6E"/>
                </a:solidFill>
                <a:latin typeface="Arial"/>
                <a:cs typeface="Arial"/>
              </a:rPr>
              <a:t>lle</a:t>
            </a:r>
            <a:r>
              <a:rPr dirty="0" sz="1300" spc="-10" b="1">
                <a:solidFill>
                  <a:srgbClr val="2E3D6E"/>
                </a:solidFill>
                <a:latin typeface="Arial"/>
                <a:cs typeface="Arial"/>
              </a:rPr>
              <a:t>rs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bedded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pro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ce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ssors</a:t>
            </a:r>
            <a:r>
              <a:rPr dirty="0" sz="1100" spc="-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digi</a:t>
            </a:r>
            <a:r>
              <a:rPr dirty="0" sz="1100" spc="-8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al</a:t>
            </a:r>
            <a:r>
              <a:rPr dirty="0" sz="1200" spc="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de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v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ice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4050" y="4059080"/>
            <a:ext cx="1069975" cy="3175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25" b="1">
                <a:solidFill>
                  <a:srgbClr val="2E3D6E"/>
                </a:solidFill>
                <a:latin typeface="Arial"/>
                <a:cs typeface="Arial"/>
              </a:rPr>
              <a:t>Objec</a:t>
            </a:r>
            <a:r>
              <a:rPr dirty="0" sz="1750" spc="-25" b="1">
                <a:solidFill>
                  <a:srgbClr val="2E3D6E"/>
                </a:solidFill>
                <a:latin typeface="Arial"/>
                <a:cs typeface="Arial"/>
              </a:rPr>
              <a:t>t</a:t>
            </a:r>
            <a:r>
              <a:rPr dirty="0" sz="1900" spc="-25" b="1">
                <a:solidFill>
                  <a:srgbClr val="2E3D6E"/>
                </a:solidFill>
                <a:latin typeface="Arial"/>
                <a:cs typeface="Arial"/>
              </a:rPr>
              <a:t>i</a:t>
            </a:r>
            <a:r>
              <a:rPr dirty="0" sz="1750" spc="-25" b="1">
                <a:solidFill>
                  <a:srgbClr val="2E3D6E"/>
                </a:solidFill>
                <a:latin typeface="Arial"/>
                <a:cs typeface="Arial"/>
              </a:rPr>
              <a:t>v</a:t>
            </a:r>
            <a:r>
              <a:rPr dirty="0" sz="1900" spc="-25" b="1">
                <a:solidFill>
                  <a:srgbClr val="2E3D6E"/>
                </a:solidFill>
                <a:latin typeface="Arial"/>
                <a:cs typeface="Arial"/>
              </a:rPr>
              <a:t>e</a:t>
            </a:r>
            <a:endParaRPr sz="19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95324" y="4600574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3"/>
                </a:lnTo>
                <a:close/>
              </a:path>
            </a:pathLst>
          </a:custGeom>
          <a:solidFill>
            <a:srgbClr val="2E3D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5324" y="481964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4"/>
                </a:moveTo>
                <a:lnTo>
                  <a:pt x="20654" y="47624"/>
                </a:lnTo>
                <a:lnTo>
                  <a:pt x="17617" y="47020"/>
                </a:lnTo>
                <a:lnTo>
                  <a:pt x="0" y="26970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70"/>
                </a:lnTo>
                <a:lnTo>
                  <a:pt x="26970" y="47624"/>
                </a:lnTo>
                <a:close/>
              </a:path>
            </a:pathLst>
          </a:custGeom>
          <a:solidFill>
            <a:srgbClr val="2E3D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5324" y="5029199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9"/>
                </a:lnTo>
                <a:lnTo>
                  <a:pt x="0" y="26969"/>
                </a:lnTo>
                <a:lnTo>
                  <a:pt x="0" y="20653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9"/>
                </a:lnTo>
                <a:lnTo>
                  <a:pt x="26970" y="47623"/>
                </a:lnTo>
                <a:close/>
              </a:path>
            </a:pathLst>
          </a:custGeom>
          <a:solidFill>
            <a:srgbClr val="2E3D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44549" y="4475764"/>
            <a:ext cx="5624195" cy="6731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135"/>
              </a:spcBef>
            </a:pPr>
            <a:r>
              <a:rPr dirty="0" sz="1200" spc="-7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100" spc="-70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de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ig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8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Half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Adde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8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ll</a:t>
            </a:r>
            <a:r>
              <a:rPr dirty="0" sz="1200" spc="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Adde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us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g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 ba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ic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gic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ga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(XOR,</a:t>
            </a:r>
            <a:r>
              <a:rPr dirty="0" sz="1200" spc="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0">
                <a:solidFill>
                  <a:srgbClr val="2E3D6E"/>
                </a:solidFill>
                <a:latin typeface="Lucida Sans Unicode"/>
                <a:cs typeface="Lucida Sans Unicode"/>
              </a:rPr>
              <a:t>AND,</a:t>
            </a:r>
            <a:r>
              <a:rPr dirty="0" sz="1200" spc="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OR).</a:t>
            </a:r>
            <a:r>
              <a:rPr dirty="0" sz="1200" spc="5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7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100" spc="-70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mu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la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b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ot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 ci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ts</a:t>
            </a:r>
            <a:r>
              <a:rPr dirty="0" sz="1100" spc="-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gi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v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if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y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he 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outputs</a:t>
            </a:r>
            <a:r>
              <a:rPr dirty="0" sz="1100" spc="-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agai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nst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hei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trut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able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. </a:t>
            </a:r>
            <a:r>
              <a:rPr dirty="0" sz="1200" spc="-7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100" spc="-70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 un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de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rst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ow</a:t>
            </a:r>
            <a:r>
              <a:rPr dirty="0" sz="1100" spc="-8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he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ci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ts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orm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he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ba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s 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80">
                <a:solidFill>
                  <a:srgbClr val="2E3D6E"/>
                </a:solidFill>
                <a:latin typeface="Lucida Sans Unicode"/>
                <a:cs typeface="Lucida Sans Unicode"/>
              </a:rPr>
              <a:t>mu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1100" spc="-8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i-</a:t>
            </a:r>
            <a:r>
              <a:rPr dirty="0" sz="1200" spc="-70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1100" spc="-7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ry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addi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on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.</a:t>
            </a:r>
            <a:endParaRPr sz="1200">
              <a:latin typeface="Lucida Sans Unicode"/>
              <a:cs typeface="Lucida Sans Unicode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1499" y="1428750"/>
            <a:ext cx="3428999" cy="4571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4050" y="268027"/>
            <a:ext cx="10721340" cy="105410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50"/>
              <a:t>The</a:t>
            </a:r>
            <a:r>
              <a:rPr dirty="0"/>
              <a:t>ory</a:t>
            </a:r>
            <a:r>
              <a:rPr dirty="0" spc="-430"/>
              <a:t> </a:t>
            </a:r>
            <a:r>
              <a:rPr dirty="0" sz="3150" spc="-20"/>
              <a:t>a</a:t>
            </a:r>
            <a:r>
              <a:rPr dirty="0" spc="-20"/>
              <a:t>n</a:t>
            </a:r>
            <a:r>
              <a:rPr dirty="0" sz="3150" spc="-20"/>
              <a:t>d</a:t>
            </a:r>
            <a:r>
              <a:rPr dirty="0" sz="3150" spc="-315"/>
              <a:t> </a:t>
            </a:r>
            <a:r>
              <a:rPr dirty="0" sz="3150" spc="-75"/>
              <a:t>L</a:t>
            </a:r>
            <a:r>
              <a:rPr dirty="0" spc="-75"/>
              <a:t>o</a:t>
            </a:r>
            <a:r>
              <a:rPr dirty="0" sz="3150" spc="-75"/>
              <a:t>gic</a:t>
            </a:r>
            <a:r>
              <a:rPr dirty="0" sz="3150" spc="-390"/>
              <a:t> </a:t>
            </a:r>
            <a:r>
              <a:rPr dirty="0" sz="3150" spc="-10"/>
              <a:t>Ci</a:t>
            </a:r>
            <a:r>
              <a:rPr dirty="0" spc="-10"/>
              <a:t>r</a:t>
            </a:r>
            <a:r>
              <a:rPr dirty="0" sz="3150" spc="-10"/>
              <a:t>c</a:t>
            </a:r>
            <a:r>
              <a:rPr dirty="0" spc="-10"/>
              <a:t>u</a:t>
            </a:r>
            <a:r>
              <a:rPr dirty="0" sz="3150" spc="-10"/>
              <a:t>i</a:t>
            </a:r>
            <a:r>
              <a:rPr dirty="0" spc="-10"/>
              <a:t>t</a:t>
            </a:r>
            <a:endParaRPr sz="3150"/>
          </a:p>
          <a:p>
            <a:pPr marL="12700" marR="5080">
              <a:lnSpc>
                <a:spcPct val="115399"/>
              </a:lnSpc>
              <a:spcBef>
                <a:spcPts val="680"/>
              </a:spcBef>
            </a:pPr>
            <a:r>
              <a:rPr dirty="0" sz="1250" spc="-10" b="0">
                <a:latin typeface="Lucida Sans Unicode"/>
                <a:cs typeface="Lucida Sans Unicode"/>
              </a:rPr>
              <a:t>B</a:t>
            </a:r>
            <a:r>
              <a:rPr dirty="0" sz="1300" spc="-10" b="0">
                <a:latin typeface="Lucida Sans Unicode"/>
                <a:cs typeface="Lucida Sans Unicode"/>
              </a:rPr>
              <a:t>i</a:t>
            </a:r>
            <a:r>
              <a:rPr dirty="0" sz="1200" spc="-10" b="0">
                <a:latin typeface="Lucida Sans Unicode"/>
                <a:cs typeface="Lucida Sans Unicode"/>
              </a:rPr>
              <a:t>n</a:t>
            </a:r>
            <a:r>
              <a:rPr dirty="0" sz="1250" spc="-10" b="0">
                <a:latin typeface="Lucida Sans Unicode"/>
                <a:cs typeface="Lucida Sans Unicode"/>
              </a:rPr>
              <a:t>a</a:t>
            </a:r>
            <a:r>
              <a:rPr dirty="0" sz="1200" spc="-10" b="0">
                <a:latin typeface="Lucida Sans Unicode"/>
                <a:cs typeface="Lucida Sans Unicode"/>
              </a:rPr>
              <a:t>ry</a:t>
            </a:r>
            <a:r>
              <a:rPr dirty="0" sz="1200" spc="-75" b="0">
                <a:latin typeface="Lucida Sans Unicode"/>
                <a:cs typeface="Lucida Sans Unicode"/>
              </a:rPr>
              <a:t> </a:t>
            </a:r>
            <a:r>
              <a:rPr dirty="0" sz="1250" spc="-75" b="0">
                <a:latin typeface="Lucida Sans Unicode"/>
                <a:cs typeface="Lucida Sans Unicode"/>
              </a:rPr>
              <a:t>a</a:t>
            </a:r>
            <a:r>
              <a:rPr dirty="0" sz="1300" spc="-75" b="0">
                <a:latin typeface="Lucida Sans Unicode"/>
                <a:cs typeface="Lucida Sans Unicode"/>
              </a:rPr>
              <a:t>ddi</a:t>
            </a:r>
            <a:r>
              <a:rPr dirty="0" sz="1200" spc="-75" b="0">
                <a:latin typeface="Lucida Sans Unicode"/>
                <a:cs typeface="Lucida Sans Unicode"/>
              </a:rPr>
              <a:t>t</a:t>
            </a:r>
            <a:r>
              <a:rPr dirty="0" sz="1300" spc="-75" b="0">
                <a:latin typeface="Lucida Sans Unicode"/>
                <a:cs typeface="Lucida Sans Unicode"/>
              </a:rPr>
              <a:t>i</a:t>
            </a:r>
            <a:r>
              <a:rPr dirty="0" sz="1200" spc="-75" b="0">
                <a:latin typeface="Lucida Sans Unicode"/>
                <a:cs typeface="Lucida Sans Unicode"/>
              </a:rPr>
              <a:t>on</a:t>
            </a:r>
            <a:r>
              <a:rPr dirty="0" sz="1200" b="0">
                <a:latin typeface="Lucida Sans Unicode"/>
                <a:cs typeface="Lucida Sans Unicode"/>
              </a:rPr>
              <a:t> </a:t>
            </a:r>
            <a:r>
              <a:rPr dirty="0" sz="1300" spc="-30" b="0">
                <a:latin typeface="Lucida Sans Unicode"/>
                <a:cs typeface="Lucida Sans Unicode"/>
              </a:rPr>
              <a:t>i</a:t>
            </a:r>
            <a:r>
              <a:rPr dirty="0" sz="1200" spc="-30" b="0">
                <a:latin typeface="Lucida Sans Unicode"/>
                <a:cs typeface="Lucida Sans Unicode"/>
              </a:rPr>
              <a:t>s </a:t>
            </a:r>
            <a:r>
              <a:rPr dirty="0" sz="1300" spc="-75" b="0">
                <a:latin typeface="Lucida Sans Unicode"/>
                <a:cs typeface="Lucida Sans Unicode"/>
              </a:rPr>
              <a:t>b</a:t>
            </a:r>
            <a:r>
              <a:rPr dirty="0" sz="1200" spc="-75" b="0">
                <a:latin typeface="Lucida Sans Unicode"/>
                <a:cs typeface="Lucida Sans Unicode"/>
              </a:rPr>
              <a:t>u</a:t>
            </a:r>
            <a:r>
              <a:rPr dirty="0" sz="1300" spc="-75" b="0">
                <a:latin typeface="Lucida Sans Unicode"/>
                <a:cs typeface="Lucida Sans Unicode"/>
              </a:rPr>
              <a:t>il</a:t>
            </a:r>
            <a:r>
              <a:rPr dirty="0" sz="1200" spc="-75" b="0">
                <a:latin typeface="Lucida Sans Unicode"/>
                <a:cs typeface="Lucida Sans Unicode"/>
              </a:rPr>
              <a:t>t</a:t>
            </a:r>
            <a:r>
              <a:rPr dirty="0" sz="1200" spc="-55" b="0">
                <a:latin typeface="Lucida Sans Unicode"/>
                <a:cs typeface="Lucida Sans Unicode"/>
              </a:rPr>
              <a:t> </a:t>
            </a:r>
            <a:r>
              <a:rPr dirty="0" sz="1300" spc="-55" b="0">
                <a:latin typeface="Lucida Sans Unicode"/>
                <a:cs typeface="Lucida Sans Unicode"/>
              </a:rPr>
              <a:t>f</a:t>
            </a:r>
            <a:r>
              <a:rPr dirty="0" sz="1200" spc="-55" b="0">
                <a:latin typeface="Lucida Sans Unicode"/>
                <a:cs typeface="Lucida Sans Unicode"/>
              </a:rPr>
              <a:t>rom</a:t>
            </a:r>
            <a:r>
              <a:rPr dirty="0" sz="1200" spc="-35" b="0">
                <a:latin typeface="Lucida Sans Unicode"/>
                <a:cs typeface="Lucida Sans Unicode"/>
              </a:rPr>
              <a:t> </a:t>
            </a:r>
            <a:r>
              <a:rPr dirty="0" sz="1200" spc="-60" b="0">
                <a:latin typeface="Lucida Sans Unicode"/>
                <a:cs typeface="Lucida Sans Unicode"/>
              </a:rPr>
              <a:t>t</a:t>
            </a:r>
            <a:r>
              <a:rPr dirty="0" sz="1300" spc="-60" b="0">
                <a:latin typeface="Lucida Sans Unicode"/>
                <a:cs typeface="Lucida Sans Unicode"/>
              </a:rPr>
              <a:t>h</a:t>
            </a:r>
            <a:r>
              <a:rPr dirty="0" sz="1200" spc="-60" b="0">
                <a:latin typeface="Lucida Sans Unicode"/>
                <a:cs typeface="Lucida Sans Unicode"/>
              </a:rPr>
              <a:t>r</a:t>
            </a:r>
            <a:r>
              <a:rPr dirty="0" sz="1300" spc="-60" b="0">
                <a:latin typeface="Lucida Sans Unicode"/>
                <a:cs typeface="Lucida Sans Unicode"/>
              </a:rPr>
              <a:t>ee</a:t>
            </a:r>
            <a:r>
              <a:rPr dirty="0" sz="1300" spc="-70" b="0">
                <a:latin typeface="Lucida Sans Unicode"/>
                <a:cs typeface="Lucida Sans Unicode"/>
              </a:rPr>
              <a:t> </a:t>
            </a:r>
            <a:r>
              <a:rPr dirty="0" sz="1300" spc="-50" b="0">
                <a:latin typeface="Lucida Sans Unicode"/>
                <a:cs typeface="Lucida Sans Unicode"/>
              </a:rPr>
              <a:t>g</a:t>
            </a:r>
            <a:r>
              <a:rPr dirty="0" sz="1250" spc="-50" b="0">
                <a:latin typeface="Lucida Sans Unicode"/>
                <a:cs typeface="Lucida Sans Unicode"/>
              </a:rPr>
              <a:t>a</a:t>
            </a:r>
            <a:r>
              <a:rPr dirty="0" sz="1200" spc="-50" b="0">
                <a:latin typeface="Lucida Sans Unicode"/>
                <a:cs typeface="Lucida Sans Unicode"/>
              </a:rPr>
              <a:t>t</a:t>
            </a:r>
            <a:r>
              <a:rPr dirty="0" sz="1300" spc="-50" b="0">
                <a:latin typeface="Lucida Sans Unicode"/>
                <a:cs typeface="Lucida Sans Unicode"/>
              </a:rPr>
              <a:t>e</a:t>
            </a:r>
            <a:r>
              <a:rPr dirty="0" sz="1200" spc="-50" b="0">
                <a:latin typeface="Lucida Sans Unicode"/>
                <a:cs typeface="Lucida Sans Unicode"/>
              </a:rPr>
              <a:t>s</a:t>
            </a:r>
            <a:r>
              <a:rPr dirty="0" sz="1250" spc="-50" b="0">
                <a:latin typeface="Lucida Sans Unicode"/>
                <a:cs typeface="Lucida Sans Unicode"/>
              </a:rPr>
              <a:t>:</a:t>
            </a:r>
            <a:r>
              <a:rPr dirty="0" sz="1250" spc="15" b="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"/>
                <a:cs typeface="Lucida Sans"/>
              </a:rPr>
              <a:t>XOR</a:t>
            </a:r>
            <a:r>
              <a:rPr dirty="0" sz="1250" spc="-100">
                <a:latin typeface="Lucida Sans"/>
                <a:cs typeface="Lucida Sans"/>
              </a:rPr>
              <a:t> </a:t>
            </a:r>
            <a:r>
              <a:rPr dirty="0" sz="1250" spc="-35" b="0">
                <a:latin typeface="Lucida Sans Unicode"/>
                <a:cs typeface="Lucida Sans Unicode"/>
              </a:rPr>
              <a:t>(</a:t>
            </a:r>
            <a:r>
              <a:rPr dirty="0" sz="1200" spc="-35" b="0">
                <a:latin typeface="Lucida Sans Unicode"/>
                <a:cs typeface="Lucida Sans Unicode"/>
              </a:rPr>
              <a:t>output</a:t>
            </a:r>
            <a:r>
              <a:rPr dirty="0" sz="1200" spc="-50" b="0">
                <a:latin typeface="Lucida Sans Unicode"/>
                <a:cs typeface="Lucida Sans Unicode"/>
              </a:rPr>
              <a:t> </a:t>
            </a:r>
            <a:r>
              <a:rPr dirty="0" sz="1250" spc="-380" b="0">
                <a:latin typeface="Lucida Sans Unicode"/>
                <a:cs typeface="Lucida Sans Unicode"/>
              </a:rPr>
              <a:t>1</a:t>
            </a:r>
            <a:r>
              <a:rPr dirty="0" sz="1250" spc="15" b="0">
                <a:latin typeface="Lucida Sans Unicode"/>
                <a:cs typeface="Lucida Sans Unicode"/>
              </a:rPr>
              <a:t> </a:t>
            </a:r>
            <a:r>
              <a:rPr dirty="0" sz="1200" spc="-25" b="0">
                <a:latin typeface="Lucida Sans Unicode"/>
                <a:cs typeface="Lucida Sans Unicode"/>
              </a:rPr>
              <a:t>w</a:t>
            </a:r>
            <a:r>
              <a:rPr dirty="0" sz="1300" spc="-25" b="0">
                <a:latin typeface="Lucida Sans Unicode"/>
                <a:cs typeface="Lucida Sans Unicode"/>
              </a:rPr>
              <a:t>he</a:t>
            </a:r>
            <a:r>
              <a:rPr dirty="0" sz="1200" spc="-25" b="0">
                <a:latin typeface="Lucida Sans Unicode"/>
                <a:cs typeface="Lucida Sans Unicode"/>
              </a:rPr>
              <a:t>n</a:t>
            </a:r>
            <a:r>
              <a:rPr dirty="0" sz="1200" spc="-5" b="0">
                <a:latin typeface="Lucida Sans Unicode"/>
                <a:cs typeface="Lucida Sans Unicode"/>
              </a:rPr>
              <a:t> </a:t>
            </a:r>
            <a:r>
              <a:rPr dirty="0" sz="1300" spc="-50" b="0">
                <a:latin typeface="Lucida Sans Unicode"/>
                <a:cs typeface="Lucida Sans Unicode"/>
              </a:rPr>
              <a:t>i</a:t>
            </a:r>
            <a:r>
              <a:rPr dirty="0" sz="1200" spc="-50" b="0">
                <a:latin typeface="Lucida Sans Unicode"/>
                <a:cs typeface="Lucida Sans Unicode"/>
              </a:rPr>
              <a:t>nputs</a:t>
            </a:r>
            <a:r>
              <a:rPr dirty="0" sz="1200" spc="-30" b="0">
                <a:latin typeface="Lucida Sans Unicode"/>
                <a:cs typeface="Lucida Sans Unicode"/>
              </a:rPr>
              <a:t> </a:t>
            </a:r>
            <a:r>
              <a:rPr dirty="0" sz="1300" spc="-55" b="0">
                <a:latin typeface="Lucida Sans Unicode"/>
                <a:cs typeface="Lucida Sans Unicode"/>
              </a:rPr>
              <a:t>diffe</a:t>
            </a:r>
            <a:r>
              <a:rPr dirty="0" sz="1200" spc="-55" b="0">
                <a:latin typeface="Lucida Sans Unicode"/>
                <a:cs typeface="Lucida Sans Unicode"/>
              </a:rPr>
              <a:t>r</a:t>
            </a:r>
            <a:r>
              <a:rPr dirty="0" sz="1250" spc="-55" b="0">
                <a:latin typeface="Lucida Sans Unicode"/>
                <a:cs typeface="Lucida Sans Unicode"/>
              </a:rPr>
              <a:t>),</a:t>
            </a:r>
            <a:r>
              <a:rPr dirty="0" sz="1250" spc="25" b="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"/>
                <a:cs typeface="Lucida Sans"/>
              </a:rPr>
              <a:t>AND</a:t>
            </a:r>
            <a:r>
              <a:rPr dirty="0" sz="1250" spc="-80">
                <a:latin typeface="Lucida Sans"/>
                <a:cs typeface="Lucida Sans"/>
              </a:rPr>
              <a:t> </a:t>
            </a:r>
            <a:r>
              <a:rPr dirty="0" sz="1250" spc="-35" b="0">
                <a:latin typeface="Lucida Sans Unicode"/>
                <a:cs typeface="Lucida Sans Unicode"/>
              </a:rPr>
              <a:t>(</a:t>
            </a:r>
            <a:r>
              <a:rPr dirty="0" sz="1200" spc="-35" b="0">
                <a:latin typeface="Lucida Sans Unicode"/>
                <a:cs typeface="Lucida Sans Unicode"/>
              </a:rPr>
              <a:t>output</a:t>
            </a:r>
            <a:r>
              <a:rPr dirty="0" sz="1200" spc="-50" b="0">
                <a:latin typeface="Lucida Sans Unicode"/>
                <a:cs typeface="Lucida Sans Unicode"/>
              </a:rPr>
              <a:t> </a:t>
            </a:r>
            <a:r>
              <a:rPr dirty="0" sz="1250" spc="-380" b="0">
                <a:latin typeface="Lucida Sans Unicode"/>
                <a:cs typeface="Lucida Sans Unicode"/>
              </a:rPr>
              <a:t>1</a:t>
            </a:r>
            <a:r>
              <a:rPr dirty="0" sz="1250" spc="15" b="0">
                <a:latin typeface="Lucida Sans Unicode"/>
                <a:cs typeface="Lucida Sans Unicode"/>
              </a:rPr>
              <a:t> </a:t>
            </a:r>
            <a:r>
              <a:rPr dirty="0" sz="1200" spc="-20" b="0">
                <a:latin typeface="Lucida Sans Unicode"/>
                <a:cs typeface="Lucida Sans Unicode"/>
              </a:rPr>
              <a:t>on</a:t>
            </a:r>
            <a:r>
              <a:rPr dirty="0" sz="1300" spc="-20" b="0">
                <a:latin typeface="Lucida Sans Unicode"/>
                <a:cs typeface="Lucida Sans Unicode"/>
              </a:rPr>
              <a:t>l</a:t>
            </a:r>
            <a:r>
              <a:rPr dirty="0" sz="1200" spc="-20" b="0">
                <a:latin typeface="Lucida Sans Unicode"/>
                <a:cs typeface="Lucida Sans Unicode"/>
              </a:rPr>
              <a:t>y</a:t>
            </a:r>
            <a:r>
              <a:rPr dirty="0" sz="1200" spc="-70" b="0">
                <a:latin typeface="Lucida Sans Unicode"/>
                <a:cs typeface="Lucida Sans Unicode"/>
              </a:rPr>
              <a:t> </a:t>
            </a:r>
            <a:r>
              <a:rPr dirty="0" sz="1200" spc="-25" b="0">
                <a:latin typeface="Lucida Sans Unicode"/>
                <a:cs typeface="Lucida Sans Unicode"/>
              </a:rPr>
              <a:t>w</a:t>
            </a:r>
            <a:r>
              <a:rPr dirty="0" sz="1300" spc="-25" b="0">
                <a:latin typeface="Lucida Sans Unicode"/>
                <a:cs typeface="Lucida Sans Unicode"/>
              </a:rPr>
              <a:t>he</a:t>
            </a:r>
            <a:r>
              <a:rPr dirty="0" sz="1200" spc="-25" b="0">
                <a:latin typeface="Lucida Sans Unicode"/>
                <a:cs typeface="Lucida Sans Unicode"/>
              </a:rPr>
              <a:t>n</a:t>
            </a:r>
            <a:r>
              <a:rPr dirty="0" sz="1200" spc="-5" b="0">
                <a:latin typeface="Lucida Sans Unicode"/>
                <a:cs typeface="Lucida Sans Unicode"/>
              </a:rPr>
              <a:t> </a:t>
            </a:r>
            <a:r>
              <a:rPr dirty="0" sz="1300" spc="-85" b="0">
                <a:latin typeface="Lucida Sans Unicode"/>
                <a:cs typeface="Lucida Sans Unicode"/>
              </a:rPr>
              <a:t>b</a:t>
            </a:r>
            <a:r>
              <a:rPr dirty="0" sz="1200" spc="-85" b="0">
                <a:latin typeface="Lucida Sans Unicode"/>
                <a:cs typeface="Lucida Sans Unicode"/>
              </a:rPr>
              <a:t>ot</a:t>
            </a:r>
            <a:r>
              <a:rPr dirty="0" sz="1300" spc="-85" b="0">
                <a:latin typeface="Lucida Sans Unicode"/>
                <a:cs typeface="Lucida Sans Unicode"/>
              </a:rPr>
              <a:t>h</a:t>
            </a:r>
            <a:r>
              <a:rPr dirty="0" sz="1300" spc="-30" b="0">
                <a:latin typeface="Lucida Sans Unicode"/>
                <a:cs typeface="Lucida Sans Unicode"/>
              </a:rPr>
              <a:t> </a:t>
            </a:r>
            <a:r>
              <a:rPr dirty="0" sz="1300" spc="-50" b="0">
                <a:latin typeface="Lucida Sans Unicode"/>
                <a:cs typeface="Lucida Sans Unicode"/>
              </a:rPr>
              <a:t>i</a:t>
            </a:r>
            <a:r>
              <a:rPr dirty="0" sz="1200" spc="-50" b="0">
                <a:latin typeface="Lucida Sans Unicode"/>
                <a:cs typeface="Lucida Sans Unicode"/>
              </a:rPr>
              <a:t>nputs</a:t>
            </a:r>
            <a:r>
              <a:rPr dirty="0" sz="1200" spc="-30" b="0">
                <a:latin typeface="Lucida Sans Unicode"/>
                <a:cs typeface="Lucida Sans Unicode"/>
              </a:rPr>
              <a:t> </a:t>
            </a:r>
            <a:r>
              <a:rPr dirty="0" sz="1250" spc="-45" b="0">
                <a:latin typeface="Lucida Sans Unicode"/>
                <a:cs typeface="Lucida Sans Unicode"/>
              </a:rPr>
              <a:t>a</a:t>
            </a:r>
            <a:r>
              <a:rPr dirty="0" sz="1200" spc="-45" b="0">
                <a:latin typeface="Lucida Sans Unicode"/>
                <a:cs typeface="Lucida Sans Unicode"/>
              </a:rPr>
              <a:t>r</a:t>
            </a:r>
            <a:r>
              <a:rPr dirty="0" sz="1300" spc="-45" b="0">
                <a:latin typeface="Lucida Sans Unicode"/>
                <a:cs typeface="Lucida Sans Unicode"/>
              </a:rPr>
              <a:t>e</a:t>
            </a:r>
            <a:r>
              <a:rPr dirty="0" sz="1300" spc="-75" b="0">
                <a:latin typeface="Lucida Sans Unicode"/>
                <a:cs typeface="Lucida Sans Unicode"/>
              </a:rPr>
              <a:t> </a:t>
            </a:r>
            <a:r>
              <a:rPr dirty="0" sz="1250" spc="-195" b="0">
                <a:latin typeface="Lucida Sans Unicode"/>
                <a:cs typeface="Lucida Sans Unicode"/>
              </a:rPr>
              <a:t>1)</a:t>
            </a:r>
            <a:r>
              <a:rPr dirty="0" sz="1250" spc="45" b="0">
                <a:latin typeface="Lucida Sans Unicode"/>
                <a:cs typeface="Lucida Sans Unicode"/>
              </a:rPr>
              <a:t> </a:t>
            </a:r>
            <a:r>
              <a:rPr dirty="0" sz="1250" spc="-60" b="0">
                <a:latin typeface="Lucida Sans Unicode"/>
                <a:cs typeface="Lucida Sans Unicode"/>
              </a:rPr>
              <a:t>a</a:t>
            </a:r>
            <a:r>
              <a:rPr dirty="0" sz="1200" spc="-60" b="0">
                <a:latin typeface="Lucida Sans Unicode"/>
                <a:cs typeface="Lucida Sans Unicode"/>
              </a:rPr>
              <a:t>n</a:t>
            </a:r>
            <a:r>
              <a:rPr dirty="0" sz="1300" spc="-60" b="0">
                <a:latin typeface="Lucida Sans Unicode"/>
                <a:cs typeface="Lucida Sans Unicode"/>
              </a:rPr>
              <a:t>d</a:t>
            </a:r>
            <a:r>
              <a:rPr dirty="0" sz="1300" spc="-35" b="0">
                <a:latin typeface="Lucida Sans Unicode"/>
                <a:cs typeface="Lucida Sans Unicode"/>
              </a:rPr>
              <a:t> </a:t>
            </a:r>
            <a:r>
              <a:rPr dirty="0" sz="1250" spc="-80">
                <a:latin typeface="Lucida Sans"/>
                <a:cs typeface="Lucida Sans"/>
              </a:rPr>
              <a:t>OR</a:t>
            </a:r>
            <a:r>
              <a:rPr dirty="0" sz="1250" spc="-100">
                <a:latin typeface="Lucida Sans"/>
                <a:cs typeface="Lucida Sans"/>
              </a:rPr>
              <a:t> </a:t>
            </a:r>
            <a:r>
              <a:rPr dirty="0" sz="1250" spc="-35" b="0">
                <a:latin typeface="Lucida Sans Unicode"/>
                <a:cs typeface="Lucida Sans Unicode"/>
              </a:rPr>
              <a:t>(</a:t>
            </a:r>
            <a:r>
              <a:rPr dirty="0" sz="1200" spc="-35" b="0">
                <a:latin typeface="Lucida Sans Unicode"/>
                <a:cs typeface="Lucida Sans Unicode"/>
              </a:rPr>
              <a:t>output</a:t>
            </a:r>
            <a:r>
              <a:rPr dirty="0" sz="1200" spc="-55" b="0">
                <a:latin typeface="Lucida Sans Unicode"/>
                <a:cs typeface="Lucida Sans Unicode"/>
              </a:rPr>
              <a:t> </a:t>
            </a:r>
            <a:r>
              <a:rPr dirty="0" sz="1250" spc="-380" b="0">
                <a:latin typeface="Lucida Sans Unicode"/>
                <a:cs typeface="Lucida Sans Unicode"/>
              </a:rPr>
              <a:t>1</a:t>
            </a:r>
            <a:r>
              <a:rPr dirty="0" sz="1250" spc="15" b="0">
                <a:latin typeface="Lucida Sans Unicode"/>
                <a:cs typeface="Lucida Sans Unicode"/>
              </a:rPr>
              <a:t> </a:t>
            </a:r>
            <a:r>
              <a:rPr dirty="0" sz="1200" spc="-25" b="0">
                <a:latin typeface="Lucida Sans Unicode"/>
                <a:cs typeface="Lucida Sans Unicode"/>
              </a:rPr>
              <a:t>w</a:t>
            </a:r>
            <a:r>
              <a:rPr dirty="0" sz="1300" spc="-25" b="0">
                <a:latin typeface="Lucida Sans Unicode"/>
                <a:cs typeface="Lucida Sans Unicode"/>
              </a:rPr>
              <a:t>he</a:t>
            </a:r>
            <a:r>
              <a:rPr dirty="0" sz="1200" spc="-25" b="0">
                <a:latin typeface="Lucida Sans Unicode"/>
                <a:cs typeface="Lucida Sans Unicode"/>
              </a:rPr>
              <a:t>n</a:t>
            </a:r>
            <a:r>
              <a:rPr dirty="0" sz="1200" b="0">
                <a:latin typeface="Lucida Sans Unicode"/>
                <a:cs typeface="Lucida Sans Unicode"/>
              </a:rPr>
              <a:t> </a:t>
            </a:r>
            <a:r>
              <a:rPr dirty="0" sz="1250" spc="-45" b="0">
                <a:latin typeface="Lucida Sans Unicode"/>
                <a:cs typeface="Lucida Sans Unicode"/>
              </a:rPr>
              <a:t>a</a:t>
            </a:r>
            <a:r>
              <a:rPr dirty="0" sz="1200" spc="-45" b="0">
                <a:latin typeface="Lucida Sans Unicode"/>
                <a:cs typeface="Lucida Sans Unicode"/>
              </a:rPr>
              <a:t>t</a:t>
            </a:r>
            <a:r>
              <a:rPr dirty="0" sz="1200" spc="-50" b="0">
                <a:latin typeface="Lucida Sans Unicode"/>
                <a:cs typeface="Lucida Sans Unicode"/>
              </a:rPr>
              <a:t> </a:t>
            </a:r>
            <a:r>
              <a:rPr dirty="0" sz="1300" spc="-10" b="0">
                <a:latin typeface="Lucida Sans Unicode"/>
                <a:cs typeface="Lucida Sans Unicode"/>
              </a:rPr>
              <a:t>le</a:t>
            </a:r>
            <a:r>
              <a:rPr dirty="0" sz="1250" spc="-10" b="0">
                <a:latin typeface="Lucida Sans Unicode"/>
                <a:cs typeface="Lucida Sans Unicode"/>
              </a:rPr>
              <a:t>a</a:t>
            </a:r>
            <a:r>
              <a:rPr dirty="0" sz="1200" spc="-10" b="0">
                <a:latin typeface="Lucida Sans Unicode"/>
                <a:cs typeface="Lucida Sans Unicode"/>
              </a:rPr>
              <a:t>st </a:t>
            </a:r>
            <a:r>
              <a:rPr dirty="0" sz="1200" spc="-35" b="0">
                <a:latin typeface="Lucida Sans Unicode"/>
                <a:cs typeface="Lucida Sans Unicode"/>
              </a:rPr>
              <a:t>on</a:t>
            </a:r>
            <a:r>
              <a:rPr dirty="0" sz="1300" spc="-35" b="0">
                <a:latin typeface="Lucida Sans Unicode"/>
                <a:cs typeface="Lucida Sans Unicode"/>
              </a:rPr>
              <a:t>e</a:t>
            </a:r>
            <a:r>
              <a:rPr dirty="0" sz="1300" spc="-75" b="0">
                <a:latin typeface="Lucida Sans Unicode"/>
                <a:cs typeface="Lucida Sans Unicode"/>
              </a:rPr>
              <a:t> </a:t>
            </a:r>
            <a:r>
              <a:rPr dirty="0" sz="1300" spc="-50" b="0">
                <a:latin typeface="Lucida Sans Unicode"/>
                <a:cs typeface="Lucida Sans Unicode"/>
              </a:rPr>
              <a:t>i</a:t>
            </a:r>
            <a:r>
              <a:rPr dirty="0" sz="1200" spc="-50" b="0">
                <a:latin typeface="Lucida Sans Unicode"/>
                <a:cs typeface="Lucida Sans Unicode"/>
              </a:rPr>
              <a:t>nput</a:t>
            </a:r>
            <a:r>
              <a:rPr dirty="0" sz="1200" spc="-55" b="0">
                <a:latin typeface="Lucida Sans Unicode"/>
                <a:cs typeface="Lucida Sans Unicode"/>
              </a:rPr>
              <a:t> </a:t>
            </a:r>
            <a:r>
              <a:rPr dirty="0" sz="1300" spc="-30" b="0">
                <a:latin typeface="Lucida Sans Unicode"/>
                <a:cs typeface="Lucida Sans Unicode"/>
              </a:rPr>
              <a:t>i</a:t>
            </a:r>
            <a:r>
              <a:rPr dirty="0" sz="1200" spc="-30" b="0">
                <a:latin typeface="Lucida Sans Unicode"/>
                <a:cs typeface="Lucida Sans Unicode"/>
              </a:rPr>
              <a:t>s</a:t>
            </a:r>
            <a:r>
              <a:rPr dirty="0" sz="1200" spc="-40" b="0">
                <a:latin typeface="Lucida Sans Unicode"/>
                <a:cs typeface="Lucida Sans Unicode"/>
              </a:rPr>
              <a:t> </a:t>
            </a:r>
            <a:r>
              <a:rPr dirty="0" sz="1250" spc="-25" b="0">
                <a:latin typeface="Lucida Sans Unicode"/>
                <a:cs typeface="Lucida Sans Unicode"/>
              </a:rPr>
              <a:t>1).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6274" y="1438274"/>
            <a:ext cx="5219700" cy="4933950"/>
          </a:xfrm>
          <a:custGeom>
            <a:avLst/>
            <a:gdLst/>
            <a:ahLst/>
            <a:cxnLst/>
            <a:rect l="l" t="t" r="r" b="b"/>
            <a:pathLst>
              <a:path w="5219700" h="4933950">
                <a:moveTo>
                  <a:pt x="0" y="4848224"/>
                </a:moveTo>
                <a:lnTo>
                  <a:pt x="0" y="85724"/>
                </a:lnTo>
                <a:lnTo>
                  <a:pt x="0" y="80096"/>
                </a:lnTo>
                <a:lnTo>
                  <a:pt x="549" y="74521"/>
                </a:lnTo>
                <a:lnTo>
                  <a:pt x="14447" y="38096"/>
                </a:lnTo>
                <a:lnTo>
                  <a:pt x="42778" y="11319"/>
                </a:lnTo>
                <a:lnTo>
                  <a:pt x="69000" y="1647"/>
                </a:lnTo>
                <a:lnTo>
                  <a:pt x="74521" y="548"/>
                </a:lnTo>
                <a:lnTo>
                  <a:pt x="80096" y="0"/>
                </a:lnTo>
                <a:lnTo>
                  <a:pt x="85725" y="0"/>
                </a:lnTo>
                <a:lnTo>
                  <a:pt x="5133974" y="0"/>
                </a:lnTo>
                <a:lnTo>
                  <a:pt x="5139603" y="0"/>
                </a:lnTo>
                <a:lnTo>
                  <a:pt x="5145178" y="548"/>
                </a:lnTo>
                <a:lnTo>
                  <a:pt x="5150698" y="1647"/>
                </a:lnTo>
                <a:lnTo>
                  <a:pt x="5156219" y="2744"/>
                </a:lnTo>
                <a:lnTo>
                  <a:pt x="5190610" y="21126"/>
                </a:lnTo>
                <a:lnTo>
                  <a:pt x="5205251" y="38096"/>
                </a:lnTo>
                <a:lnTo>
                  <a:pt x="5208378" y="42776"/>
                </a:lnTo>
                <a:lnTo>
                  <a:pt x="5219699" y="80096"/>
                </a:lnTo>
                <a:lnTo>
                  <a:pt x="5219699" y="85724"/>
                </a:lnTo>
                <a:lnTo>
                  <a:pt x="5219699" y="4848224"/>
                </a:lnTo>
                <a:lnTo>
                  <a:pt x="5211019" y="4886226"/>
                </a:lnTo>
                <a:lnTo>
                  <a:pt x="5186280" y="4916374"/>
                </a:lnTo>
                <a:lnTo>
                  <a:pt x="5181600" y="4919499"/>
                </a:lnTo>
                <a:lnTo>
                  <a:pt x="5176919" y="4922624"/>
                </a:lnTo>
                <a:lnTo>
                  <a:pt x="5150698" y="4932300"/>
                </a:lnTo>
                <a:lnTo>
                  <a:pt x="5145178" y="4933400"/>
                </a:lnTo>
                <a:lnTo>
                  <a:pt x="5139603" y="4933949"/>
                </a:lnTo>
                <a:lnTo>
                  <a:pt x="5133974" y="4933949"/>
                </a:lnTo>
                <a:lnTo>
                  <a:pt x="85725" y="4933949"/>
                </a:lnTo>
                <a:lnTo>
                  <a:pt x="80096" y="4933949"/>
                </a:lnTo>
                <a:lnTo>
                  <a:pt x="74521" y="4933400"/>
                </a:lnTo>
                <a:lnTo>
                  <a:pt x="69000" y="4932300"/>
                </a:lnTo>
                <a:lnTo>
                  <a:pt x="63480" y="4931203"/>
                </a:lnTo>
                <a:lnTo>
                  <a:pt x="58119" y="4929577"/>
                </a:lnTo>
                <a:lnTo>
                  <a:pt x="52919" y="4927422"/>
                </a:lnTo>
                <a:lnTo>
                  <a:pt x="47719" y="4925266"/>
                </a:lnTo>
                <a:lnTo>
                  <a:pt x="17574" y="4900528"/>
                </a:lnTo>
                <a:lnTo>
                  <a:pt x="6525" y="4881026"/>
                </a:lnTo>
                <a:lnTo>
                  <a:pt x="4371" y="4875827"/>
                </a:lnTo>
                <a:lnTo>
                  <a:pt x="2745" y="4870467"/>
                </a:lnTo>
                <a:lnTo>
                  <a:pt x="1647" y="4864949"/>
                </a:lnTo>
                <a:lnTo>
                  <a:pt x="549" y="4859426"/>
                </a:lnTo>
                <a:lnTo>
                  <a:pt x="0" y="4853851"/>
                </a:lnTo>
                <a:lnTo>
                  <a:pt x="0" y="4848224"/>
                </a:lnTo>
                <a:close/>
              </a:path>
            </a:pathLst>
          </a:custGeom>
          <a:ln w="19049">
            <a:solidFill>
              <a:srgbClr val="BEDF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06449" y="1450017"/>
            <a:ext cx="3494404" cy="883919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750" spc="-30" b="1">
                <a:solidFill>
                  <a:srgbClr val="2E3D6E"/>
                </a:solidFill>
                <a:latin typeface="Arial"/>
                <a:cs typeface="Arial"/>
              </a:rPr>
              <a:t>Half</a:t>
            </a:r>
            <a:r>
              <a:rPr dirty="0" sz="1750" spc="-155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750" spc="-10" b="1">
                <a:solidFill>
                  <a:srgbClr val="2E3D6E"/>
                </a:solidFill>
                <a:latin typeface="Arial"/>
                <a:cs typeface="Arial"/>
              </a:rPr>
              <a:t>Adde</a:t>
            </a:r>
            <a:r>
              <a:rPr dirty="0" sz="1600" spc="-10" b="1">
                <a:solidFill>
                  <a:srgbClr val="2E3D6E"/>
                </a:solidFill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Add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two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4">
                <a:solidFill>
                  <a:srgbClr val="2E3D6E"/>
                </a:solidFill>
                <a:latin typeface="Lucida Sans Unicode"/>
                <a:cs typeface="Lucida Sans Unicode"/>
              </a:rPr>
              <a:t>1-</a:t>
            </a:r>
            <a:r>
              <a:rPr dirty="0" sz="1200" spc="-70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1100" spc="-7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nputs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pro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um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Ca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rry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.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  <a:tabLst>
                <a:tab pos="995044" algn="l"/>
              </a:tabLst>
            </a:pPr>
            <a:r>
              <a:rPr dirty="0" sz="1250" spc="-35" b="1">
                <a:solidFill>
                  <a:srgbClr val="2E3D6E"/>
                </a:solidFill>
                <a:latin typeface="Lucida Sans"/>
                <a:cs typeface="Lucida Sans"/>
              </a:rPr>
              <a:t>I</a:t>
            </a:r>
            <a:r>
              <a:rPr dirty="0" sz="1200" spc="-35" b="1">
                <a:solidFill>
                  <a:srgbClr val="2E3D6E"/>
                </a:solidFill>
                <a:latin typeface="Lucida Sans"/>
                <a:cs typeface="Lucida Sans"/>
              </a:rPr>
              <a:t>nputs</a:t>
            </a:r>
            <a:r>
              <a:rPr dirty="0" sz="1350" spc="-35" b="1">
                <a:solidFill>
                  <a:srgbClr val="2E3D6E"/>
                </a:solidFill>
                <a:latin typeface="Arial Narrow"/>
                <a:cs typeface="Arial Narrow"/>
              </a:rPr>
              <a:t>:</a:t>
            </a:r>
            <a:r>
              <a:rPr dirty="0" sz="1350" spc="15" b="1">
                <a:solidFill>
                  <a:srgbClr val="2E3D6E"/>
                </a:solidFill>
                <a:latin typeface="Arial Narrow"/>
                <a:cs typeface="Arial Narrow"/>
              </a:rPr>
              <a:t> </a:t>
            </a:r>
            <a:r>
              <a:rPr dirty="0" sz="1250" spc="-55">
                <a:solidFill>
                  <a:srgbClr val="2E3D6E"/>
                </a:solidFill>
                <a:latin typeface="Lucida Sans Unicode"/>
                <a:cs typeface="Lucida Sans Unicode"/>
              </a:rPr>
              <a:t>A,</a:t>
            </a:r>
            <a:r>
              <a:rPr dirty="0" sz="125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5">
                <a:solidFill>
                  <a:srgbClr val="2E3D6E"/>
                </a:solidFill>
                <a:latin typeface="Lucida Sans Unicode"/>
                <a:cs typeface="Lucida Sans Unicode"/>
              </a:rPr>
              <a:t>B</a:t>
            </a:r>
            <a:r>
              <a:rPr dirty="0" sz="1250">
                <a:solidFill>
                  <a:srgbClr val="2E3D6E"/>
                </a:solidFill>
                <a:latin typeface="Lucida Sans Unicode"/>
                <a:cs typeface="Lucida Sans Unicode"/>
              </a:rPr>
              <a:t>	</a:t>
            </a:r>
            <a:r>
              <a:rPr dirty="0" sz="1250" spc="-40" b="1">
                <a:solidFill>
                  <a:srgbClr val="2E3D6E"/>
                </a:solidFill>
                <a:latin typeface="Lucida Sans"/>
                <a:cs typeface="Lucida Sans"/>
              </a:rPr>
              <a:t>O</a:t>
            </a:r>
            <a:r>
              <a:rPr dirty="0" sz="1200" spc="-40" b="1">
                <a:solidFill>
                  <a:srgbClr val="2E3D6E"/>
                </a:solidFill>
                <a:latin typeface="Lucida Sans"/>
                <a:cs typeface="Lucida Sans"/>
              </a:rPr>
              <a:t>utputs</a:t>
            </a:r>
            <a:r>
              <a:rPr dirty="0" sz="1350" spc="-40" b="1">
                <a:solidFill>
                  <a:srgbClr val="2E3D6E"/>
                </a:solidFill>
                <a:latin typeface="Arial Narrow"/>
                <a:cs typeface="Arial Narrow"/>
              </a:rPr>
              <a:t>:</a:t>
            </a:r>
            <a:r>
              <a:rPr dirty="0" sz="1350" spc="10" b="1">
                <a:solidFill>
                  <a:srgbClr val="2E3D6E"/>
                </a:solidFill>
                <a:latin typeface="Arial Narrow"/>
                <a:cs typeface="Arial Narrow"/>
              </a:rPr>
              <a:t> </a:t>
            </a:r>
            <a:r>
              <a:rPr dirty="0" sz="1250" spc="-2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um</a:t>
            </a:r>
            <a:r>
              <a:rPr dirty="0" sz="1250" spc="-20">
                <a:solidFill>
                  <a:srgbClr val="2E3D6E"/>
                </a:solidFill>
                <a:latin typeface="Lucida Sans Unicode"/>
                <a:cs typeface="Lucida Sans Unicode"/>
              </a:rPr>
              <a:t>,</a:t>
            </a:r>
            <a:r>
              <a:rPr dirty="0" sz="1250" spc="-7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0">
                <a:solidFill>
                  <a:srgbClr val="2E3D6E"/>
                </a:solidFill>
                <a:latin typeface="Lucida Sans Unicode"/>
                <a:cs typeface="Lucida Sans Unicode"/>
              </a:rPr>
              <a:t>Ca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rry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6449" y="2322264"/>
            <a:ext cx="1503045" cy="27559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250" spc="-10" b="1">
                <a:solidFill>
                  <a:srgbClr val="2E3D6E"/>
                </a:solidFill>
                <a:latin typeface="Lucida Sans"/>
                <a:cs typeface="Lucida Sans"/>
              </a:rPr>
              <a:t>S</a:t>
            </a:r>
            <a:r>
              <a:rPr dirty="0" sz="1200" spc="-10" b="1">
                <a:solidFill>
                  <a:srgbClr val="2E3D6E"/>
                </a:solidFill>
                <a:latin typeface="Lucida Sans"/>
                <a:cs typeface="Lucida Sans"/>
              </a:rPr>
              <a:t>um</a:t>
            </a:r>
            <a:r>
              <a:rPr dirty="0" sz="1200" spc="-65" b="1">
                <a:solidFill>
                  <a:srgbClr val="2E3D6E"/>
                </a:solidFill>
                <a:latin typeface="Lucida Sans"/>
                <a:cs typeface="Lucida Sans"/>
              </a:rPr>
              <a:t> </a:t>
            </a:r>
            <a:r>
              <a:rPr dirty="0" sz="1350" spc="-370">
                <a:solidFill>
                  <a:srgbClr val="2E3D6E"/>
                </a:solidFill>
                <a:latin typeface="Lucida Sans Unicode"/>
                <a:cs typeface="Lucida Sans Unicode"/>
              </a:rPr>
              <a:t>=</a:t>
            </a:r>
            <a:r>
              <a:rPr dirty="0" sz="1350" spc="-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250" spc="-10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45">
                <a:solidFill>
                  <a:srgbClr val="2E3D6E"/>
                </a:solidFill>
                <a:latin typeface="Lucida Sans Unicode"/>
                <a:cs typeface="Lucida Sans Unicode"/>
              </a:rPr>
              <a:t>⊕</a:t>
            </a:r>
            <a:r>
              <a:rPr dirty="0" sz="1600" spc="-3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55">
                <a:solidFill>
                  <a:srgbClr val="2E3D6E"/>
                </a:solidFill>
                <a:latin typeface="Lucida Sans Unicode"/>
                <a:cs typeface="Lucida Sans Unicode"/>
              </a:rPr>
              <a:t>B</a:t>
            </a:r>
            <a:r>
              <a:rPr dirty="0" sz="1250" spc="-5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0">
                <a:solidFill>
                  <a:srgbClr val="2E3D6E"/>
                </a:solidFill>
                <a:latin typeface="Lucida Sans Unicode"/>
                <a:cs typeface="Lucida Sans Unicode"/>
              </a:rPr>
              <a:t>(XOR)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68116" y="2354262"/>
            <a:ext cx="1438275" cy="23685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50" spc="-20" b="1">
                <a:solidFill>
                  <a:srgbClr val="2E3D6E"/>
                </a:solidFill>
                <a:latin typeface="Lucida Sans"/>
                <a:cs typeface="Lucida Sans"/>
              </a:rPr>
              <a:t>Ca</a:t>
            </a:r>
            <a:r>
              <a:rPr dirty="0" sz="1200" spc="-20" b="1">
                <a:solidFill>
                  <a:srgbClr val="2E3D6E"/>
                </a:solidFill>
                <a:latin typeface="Lucida Sans"/>
                <a:cs typeface="Lucida Sans"/>
              </a:rPr>
              <a:t>rry</a:t>
            </a:r>
            <a:r>
              <a:rPr dirty="0" sz="1200" spc="-95" b="1">
                <a:solidFill>
                  <a:srgbClr val="2E3D6E"/>
                </a:solidFill>
                <a:latin typeface="Lucida Sans"/>
                <a:cs typeface="Lucida Sans"/>
              </a:rPr>
              <a:t> </a:t>
            </a:r>
            <a:r>
              <a:rPr dirty="0" sz="1350" spc="-370">
                <a:solidFill>
                  <a:srgbClr val="2E3D6E"/>
                </a:solidFill>
                <a:latin typeface="Lucida Sans Unicode"/>
                <a:cs typeface="Lucida Sans Unicode"/>
              </a:rPr>
              <a:t>=</a:t>
            </a:r>
            <a:r>
              <a:rPr dirty="0" sz="135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250" spc="-1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30">
                <a:solidFill>
                  <a:srgbClr val="2E3D6E"/>
                </a:solidFill>
                <a:latin typeface="Lucida Sans Unicode"/>
                <a:cs typeface="Lucida Sans Unicode"/>
              </a:rPr>
              <a:t>·</a:t>
            </a:r>
            <a:r>
              <a:rPr dirty="0" sz="1250" spc="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55">
                <a:solidFill>
                  <a:srgbClr val="2E3D6E"/>
                </a:solidFill>
                <a:latin typeface="Lucida Sans Unicode"/>
                <a:cs typeface="Lucida Sans Unicode"/>
              </a:rPr>
              <a:t>B</a:t>
            </a:r>
            <a:r>
              <a:rPr dirty="0" sz="125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30">
                <a:solidFill>
                  <a:srgbClr val="2E3D6E"/>
                </a:solidFill>
                <a:latin typeface="Lucida Sans Unicode"/>
                <a:cs typeface="Lucida Sans Unicode"/>
              </a:rPr>
              <a:t>(AND)</a:t>
            </a:r>
            <a:endParaRPr sz="1250">
              <a:latin typeface="Lucida Sans Unicode"/>
              <a:cs typeface="Lucida Sans Unicode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9313" y="2815559"/>
            <a:ext cx="3697096" cy="253843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06449" y="5614789"/>
            <a:ext cx="1661795" cy="2108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 spc="-45" b="1">
                <a:solidFill>
                  <a:srgbClr val="2E3D6E"/>
                </a:solidFill>
                <a:latin typeface="Lucida Sans"/>
                <a:cs typeface="Lucida Sans"/>
              </a:rPr>
              <a:t>Ga</a:t>
            </a:r>
            <a:r>
              <a:rPr dirty="0" sz="1050" spc="-45" b="1">
                <a:solidFill>
                  <a:srgbClr val="2E3D6E"/>
                </a:solidFill>
                <a:latin typeface="Lucida Sans"/>
                <a:cs typeface="Lucida Sans"/>
              </a:rPr>
              <a:t>t</a:t>
            </a:r>
            <a:r>
              <a:rPr dirty="0" sz="1150" spc="-45" b="1">
                <a:solidFill>
                  <a:srgbClr val="2E3D6E"/>
                </a:solidFill>
                <a:latin typeface="Lucida Sans"/>
                <a:cs typeface="Lucida Sans"/>
              </a:rPr>
              <a:t>e</a:t>
            </a:r>
            <a:r>
              <a:rPr dirty="0" sz="1050" spc="-45" b="1">
                <a:solidFill>
                  <a:srgbClr val="2E3D6E"/>
                </a:solidFill>
                <a:latin typeface="Lucida Sans"/>
                <a:cs typeface="Lucida Sans"/>
              </a:rPr>
              <a:t>s</a:t>
            </a:r>
            <a:r>
              <a:rPr dirty="0" sz="1050" spc="-100" b="1">
                <a:solidFill>
                  <a:srgbClr val="2E3D6E"/>
                </a:solidFill>
                <a:latin typeface="Lucida Sans"/>
                <a:cs typeface="Lucida Sans"/>
              </a:rPr>
              <a:t> </a:t>
            </a:r>
            <a:r>
              <a:rPr dirty="0" sz="1050" spc="-30" b="1">
                <a:solidFill>
                  <a:srgbClr val="2E3D6E"/>
                </a:solidFill>
                <a:latin typeface="Lucida Sans"/>
                <a:cs typeface="Lucida Sans"/>
              </a:rPr>
              <a:t>us</a:t>
            </a:r>
            <a:r>
              <a:rPr dirty="0" sz="1150" spc="-30" b="1">
                <a:solidFill>
                  <a:srgbClr val="2E3D6E"/>
                </a:solidFill>
                <a:latin typeface="Lucida Sans"/>
                <a:cs typeface="Lucida Sans"/>
              </a:rPr>
              <a:t>ed</a:t>
            </a:r>
            <a:r>
              <a:rPr dirty="0" sz="1200" spc="-30" b="1">
                <a:solidFill>
                  <a:srgbClr val="2E3D6E"/>
                </a:solidFill>
                <a:latin typeface="Arial Narrow"/>
                <a:cs typeface="Arial Narrow"/>
              </a:rPr>
              <a:t>:</a:t>
            </a:r>
            <a:r>
              <a:rPr dirty="0" sz="1200" spc="35" b="1">
                <a:solidFill>
                  <a:srgbClr val="2E3D6E"/>
                </a:solidFill>
                <a:latin typeface="Arial Narrow"/>
                <a:cs typeface="Arial Narrow"/>
              </a:rPr>
              <a:t> </a:t>
            </a:r>
            <a:r>
              <a:rPr dirty="0" sz="1100" spc="-340">
                <a:solidFill>
                  <a:srgbClr val="2E3D6E"/>
                </a:solidFill>
                <a:latin typeface="Lucida Sans Unicode"/>
                <a:cs typeface="Lucida Sans Unicode"/>
              </a:rPr>
              <a:t>1</a:t>
            </a:r>
            <a:r>
              <a:rPr dirty="0" sz="1100" spc="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XOR,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40">
                <a:solidFill>
                  <a:srgbClr val="2E3D6E"/>
                </a:solidFill>
                <a:latin typeface="Lucida Sans Unicode"/>
                <a:cs typeface="Lucida Sans Unicode"/>
              </a:rPr>
              <a:t>1</a:t>
            </a:r>
            <a:r>
              <a:rPr dirty="0" sz="1100" spc="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AND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96024" y="1438274"/>
            <a:ext cx="5219700" cy="4933950"/>
          </a:xfrm>
          <a:custGeom>
            <a:avLst/>
            <a:gdLst/>
            <a:ahLst/>
            <a:cxnLst/>
            <a:rect l="l" t="t" r="r" b="b"/>
            <a:pathLst>
              <a:path w="5219700" h="4933950">
                <a:moveTo>
                  <a:pt x="0" y="4848224"/>
                </a:moveTo>
                <a:lnTo>
                  <a:pt x="0" y="85724"/>
                </a:lnTo>
                <a:lnTo>
                  <a:pt x="0" y="80096"/>
                </a:lnTo>
                <a:lnTo>
                  <a:pt x="548" y="74521"/>
                </a:lnTo>
                <a:lnTo>
                  <a:pt x="1646" y="68999"/>
                </a:lnTo>
                <a:lnTo>
                  <a:pt x="2744" y="63478"/>
                </a:lnTo>
                <a:lnTo>
                  <a:pt x="4370" y="58118"/>
                </a:lnTo>
                <a:lnTo>
                  <a:pt x="6524" y="52917"/>
                </a:lnTo>
                <a:lnTo>
                  <a:pt x="8678" y="47716"/>
                </a:lnTo>
                <a:lnTo>
                  <a:pt x="25107" y="25106"/>
                </a:lnTo>
                <a:lnTo>
                  <a:pt x="29087" y="21126"/>
                </a:lnTo>
                <a:lnTo>
                  <a:pt x="33417" y="17572"/>
                </a:lnTo>
                <a:lnTo>
                  <a:pt x="38097" y="14445"/>
                </a:lnTo>
                <a:lnTo>
                  <a:pt x="42777" y="11319"/>
                </a:lnTo>
                <a:lnTo>
                  <a:pt x="69000" y="1647"/>
                </a:lnTo>
                <a:lnTo>
                  <a:pt x="74521" y="548"/>
                </a:lnTo>
                <a:lnTo>
                  <a:pt x="80096" y="0"/>
                </a:lnTo>
                <a:lnTo>
                  <a:pt x="85724" y="0"/>
                </a:lnTo>
                <a:lnTo>
                  <a:pt x="5133974" y="0"/>
                </a:lnTo>
                <a:lnTo>
                  <a:pt x="5139603" y="0"/>
                </a:lnTo>
                <a:lnTo>
                  <a:pt x="5145178" y="548"/>
                </a:lnTo>
                <a:lnTo>
                  <a:pt x="5150698" y="1647"/>
                </a:lnTo>
                <a:lnTo>
                  <a:pt x="5156218" y="2744"/>
                </a:lnTo>
                <a:lnTo>
                  <a:pt x="5190610" y="21126"/>
                </a:lnTo>
                <a:lnTo>
                  <a:pt x="5213173" y="52917"/>
                </a:lnTo>
                <a:lnTo>
                  <a:pt x="5219699" y="85724"/>
                </a:lnTo>
                <a:lnTo>
                  <a:pt x="5219699" y="4848224"/>
                </a:lnTo>
                <a:lnTo>
                  <a:pt x="5211018" y="4886226"/>
                </a:lnTo>
                <a:lnTo>
                  <a:pt x="5205250" y="4895847"/>
                </a:lnTo>
                <a:lnTo>
                  <a:pt x="5202123" y="4900528"/>
                </a:lnTo>
                <a:lnTo>
                  <a:pt x="5181599" y="4919499"/>
                </a:lnTo>
                <a:lnTo>
                  <a:pt x="5176919" y="4922624"/>
                </a:lnTo>
                <a:lnTo>
                  <a:pt x="5150698" y="4932300"/>
                </a:lnTo>
                <a:lnTo>
                  <a:pt x="5145178" y="4933400"/>
                </a:lnTo>
                <a:lnTo>
                  <a:pt x="5139603" y="4933949"/>
                </a:lnTo>
                <a:lnTo>
                  <a:pt x="5133974" y="4933949"/>
                </a:lnTo>
                <a:lnTo>
                  <a:pt x="85724" y="4933949"/>
                </a:lnTo>
                <a:lnTo>
                  <a:pt x="80096" y="4933949"/>
                </a:lnTo>
                <a:lnTo>
                  <a:pt x="74521" y="4933400"/>
                </a:lnTo>
                <a:lnTo>
                  <a:pt x="69000" y="4932300"/>
                </a:lnTo>
                <a:lnTo>
                  <a:pt x="63479" y="4931203"/>
                </a:lnTo>
                <a:lnTo>
                  <a:pt x="58118" y="4929577"/>
                </a:lnTo>
                <a:lnTo>
                  <a:pt x="52918" y="4927422"/>
                </a:lnTo>
                <a:lnTo>
                  <a:pt x="47718" y="4925266"/>
                </a:lnTo>
                <a:lnTo>
                  <a:pt x="17573" y="4900528"/>
                </a:lnTo>
                <a:lnTo>
                  <a:pt x="6524" y="4881026"/>
                </a:lnTo>
                <a:lnTo>
                  <a:pt x="4370" y="4875827"/>
                </a:lnTo>
                <a:lnTo>
                  <a:pt x="2744" y="4870467"/>
                </a:lnTo>
                <a:lnTo>
                  <a:pt x="1646" y="4864949"/>
                </a:lnTo>
                <a:lnTo>
                  <a:pt x="548" y="4859426"/>
                </a:lnTo>
                <a:lnTo>
                  <a:pt x="0" y="4853851"/>
                </a:lnTo>
                <a:lnTo>
                  <a:pt x="0" y="4848224"/>
                </a:lnTo>
                <a:close/>
              </a:path>
            </a:pathLst>
          </a:custGeom>
          <a:ln w="19049">
            <a:solidFill>
              <a:srgbClr val="BEDF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426200" y="1450017"/>
            <a:ext cx="4490085" cy="135763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750" spc="-90" b="1">
                <a:solidFill>
                  <a:srgbClr val="2E3D6E"/>
                </a:solidFill>
                <a:latin typeface="Arial"/>
                <a:cs typeface="Arial"/>
              </a:rPr>
              <a:t>F</a:t>
            </a:r>
            <a:r>
              <a:rPr dirty="0" sz="1600" spc="-90" b="1">
                <a:solidFill>
                  <a:srgbClr val="2E3D6E"/>
                </a:solidFill>
                <a:latin typeface="Arial"/>
                <a:cs typeface="Arial"/>
              </a:rPr>
              <a:t>u</a:t>
            </a:r>
            <a:r>
              <a:rPr dirty="0" sz="1750" spc="-90" b="1">
                <a:solidFill>
                  <a:srgbClr val="2E3D6E"/>
                </a:solidFill>
                <a:latin typeface="Arial"/>
                <a:cs typeface="Arial"/>
              </a:rPr>
              <a:t>ll</a:t>
            </a:r>
            <a:r>
              <a:rPr dirty="0" sz="1750" spc="-85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750" spc="-20" b="1">
                <a:solidFill>
                  <a:srgbClr val="2E3D6E"/>
                </a:solidFill>
                <a:latin typeface="Arial"/>
                <a:cs typeface="Arial"/>
              </a:rPr>
              <a:t>Adde</a:t>
            </a:r>
            <a:r>
              <a:rPr dirty="0" sz="1600" spc="-20" b="1">
                <a:solidFill>
                  <a:srgbClr val="2E3D6E"/>
                </a:solidFill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19800"/>
              </a:lnSpc>
              <a:spcBef>
                <a:spcPts val="40"/>
              </a:spcBef>
            </a:pP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Add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s </a:t>
            </a:r>
            <a:r>
              <a:rPr dirty="0" sz="1200" spc="-8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8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hi</a:t>
            </a:r>
            <a:r>
              <a:rPr dirty="0" sz="1100" spc="-8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 i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nput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(Ci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)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to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ha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dle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ca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rry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-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rom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pr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v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ous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addi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ons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, 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abli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g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80">
                <a:solidFill>
                  <a:srgbClr val="2E3D6E"/>
                </a:solidFill>
                <a:latin typeface="Lucida Sans Unicode"/>
                <a:cs typeface="Lucida Sans Unicode"/>
              </a:rPr>
              <a:t>mu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1100" spc="-8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i-</a:t>
            </a:r>
            <a:r>
              <a:rPr dirty="0" sz="1200" spc="-70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1100" spc="-7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100" spc="-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addi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on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.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  <a:tabLst>
                <a:tab pos="1320165" algn="l"/>
              </a:tabLst>
            </a:pPr>
            <a:r>
              <a:rPr dirty="0" sz="1250" spc="-35" b="1">
                <a:solidFill>
                  <a:srgbClr val="2E3D6E"/>
                </a:solidFill>
                <a:latin typeface="Lucida Sans"/>
                <a:cs typeface="Lucida Sans"/>
              </a:rPr>
              <a:t>I</a:t>
            </a:r>
            <a:r>
              <a:rPr dirty="0" sz="1200" spc="-35" b="1">
                <a:solidFill>
                  <a:srgbClr val="2E3D6E"/>
                </a:solidFill>
                <a:latin typeface="Lucida Sans"/>
                <a:cs typeface="Lucida Sans"/>
              </a:rPr>
              <a:t>nputs</a:t>
            </a:r>
            <a:r>
              <a:rPr dirty="0" sz="1350" spc="-35" b="1">
                <a:solidFill>
                  <a:srgbClr val="2E3D6E"/>
                </a:solidFill>
                <a:latin typeface="Arial Narrow"/>
                <a:cs typeface="Arial Narrow"/>
              </a:rPr>
              <a:t>:</a:t>
            </a:r>
            <a:r>
              <a:rPr dirty="0" sz="1350" spc="20" b="1">
                <a:solidFill>
                  <a:srgbClr val="2E3D6E"/>
                </a:solidFill>
                <a:latin typeface="Arial Narrow"/>
                <a:cs typeface="Arial Narrow"/>
              </a:rPr>
              <a:t> </a:t>
            </a:r>
            <a:r>
              <a:rPr dirty="0" sz="1250" spc="-55">
                <a:solidFill>
                  <a:srgbClr val="2E3D6E"/>
                </a:solidFill>
                <a:latin typeface="Lucida Sans Unicode"/>
                <a:cs typeface="Lucida Sans Unicode"/>
              </a:rPr>
              <a:t>A,</a:t>
            </a:r>
            <a:r>
              <a:rPr dirty="0" sz="125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2E3D6E"/>
                </a:solidFill>
                <a:latin typeface="Lucida Sans Unicode"/>
                <a:cs typeface="Lucida Sans Unicode"/>
              </a:rPr>
              <a:t>B,</a:t>
            </a:r>
            <a:r>
              <a:rPr dirty="0" sz="1250" spc="-5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5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300" spc="-2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	</a:t>
            </a:r>
            <a:r>
              <a:rPr dirty="0" sz="1250" spc="-40" b="1">
                <a:solidFill>
                  <a:srgbClr val="2E3D6E"/>
                </a:solidFill>
                <a:latin typeface="Lucida Sans"/>
                <a:cs typeface="Lucida Sans"/>
              </a:rPr>
              <a:t>O</a:t>
            </a:r>
            <a:r>
              <a:rPr dirty="0" sz="1200" spc="-40" b="1">
                <a:solidFill>
                  <a:srgbClr val="2E3D6E"/>
                </a:solidFill>
                <a:latin typeface="Lucida Sans"/>
                <a:cs typeface="Lucida Sans"/>
              </a:rPr>
              <a:t>utputs</a:t>
            </a:r>
            <a:r>
              <a:rPr dirty="0" sz="1350" spc="-40" b="1">
                <a:solidFill>
                  <a:srgbClr val="2E3D6E"/>
                </a:solidFill>
                <a:latin typeface="Arial Narrow"/>
                <a:cs typeface="Arial Narrow"/>
              </a:rPr>
              <a:t>:</a:t>
            </a:r>
            <a:r>
              <a:rPr dirty="0" sz="1350" spc="10" b="1">
                <a:solidFill>
                  <a:srgbClr val="2E3D6E"/>
                </a:solidFill>
                <a:latin typeface="Arial Narrow"/>
                <a:cs typeface="Arial Narrow"/>
              </a:rPr>
              <a:t> </a:t>
            </a:r>
            <a:r>
              <a:rPr dirty="0" sz="1250" spc="-2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um</a:t>
            </a:r>
            <a:r>
              <a:rPr dirty="0" sz="1250" spc="-20">
                <a:solidFill>
                  <a:srgbClr val="2E3D6E"/>
                </a:solidFill>
                <a:latin typeface="Lucida Sans Unicode"/>
                <a:cs typeface="Lucida Sans Unicode"/>
              </a:rPr>
              <a:t>,</a:t>
            </a:r>
            <a:r>
              <a:rPr dirty="0" sz="1250" spc="-7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0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out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  <a:tabLst>
                <a:tab pos="1742439" algn="l"/>
              </a:tabLst>
            </a:pPr>
            <a:r>
              <a:rPr dirty="0" sz="1250" spc="-10" b="1">
                <a:solidFill>
                  <a:srgbClr val="2E3D6E"/>
                </a:solidFill>
                <a:latin typeface="Lucida Sans"/>
                <a:cs typeface="Lucida Sans"/>
              </a:rPr>
              <a:t>S</a:t>
            </a:r>
            <a:r>
              <a:rPr dirty="0" sz="1200" spc="-10" b="1">
                <a:solidFill>
                  <a:srgbClr val="2E3D6E"/>
                </a:solidFill>
                <a:latin typeface="Lucida Sans"/>
                <a:cs typeface="Lucida Sans"/>
              </a:rPr>
              <a:t>um</a:t>
            </a:r>
            <a:r>
              <a:rPr dirty="0" sz="1200" spc="-65" b="1">
                <a:solidFill>
                  <a:srgbClr val="2E3D6E"/>
                </a:solidFill>
                <a:latin typeface="Lucida Sans"/>
                <a:cs typeface="Lucida Sans"/>
              </a:rPr>
              <a:t> </a:t>
            </a:r>
            <a:r>
              <a:rPr dirty="0" sz="1350" spc="-370">
                <a:solidFill>
                  <a:srgbClr val="2E3D6E"/>
                </a:solidFill>
                <a:latin typeface="Lucida Sans Unicode"/>
                <a:cs typeface="Lucida Sans Unicode"/>
              </a:rPr>
              <a:t>=</a:t>
            </a:r>
            <a:r>
              <a:rPr dirty="0" sz="1350" spc="-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250" spc="-10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45">
                <a:solidFill>
                  <a:srgbClr val="2E3D6E"/>
                </a:solidFill>
                <a:latin typeface="Lucida Sans Unicode"/>
                <a:cs typeface="Lucida Sans Unicode"/>
              </a:rPr>
              <a:t>⊕</a:t>
            </a:r>
            <a:r>
              <a:rPr dirty="0" sz="1600" spc="-3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55">
                <a:solidFill>
                  <a:srgbClr val="2E3D6E"/>
                </a:solidFill>
                <a:latin typeface="Lucida Sans Unicode"/>
                <a:cs typeface="Lucida Sans Unicode"/>
              </a:rPr>
              <a:t>B</a:t>
            </a:r>
            <a:r>
              <a:rPr dirty="0" sz="1250" spc="-5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45">
                <a:solidFill>
                  <a:srgbClr val="2E3D6E"/>
                </a:solidFill>
                <a:latin typeface="Lucida Sans Unicode"/>
                <a:cs typeface="Lucida Sans Unicode"/>
              </a:rPr>
              <a:t>⊕</a:t>
            </a:r>
            <a:r>
              <a:rPr dirty="0" sz="1600" spc="-3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5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300" spc="-2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	</a:t>
            </a:r>
            <a:r>
              <a:rPr dirty="0" sz="1250" spc="-30" b="1">
                <a:solidFill>
                  <a:srgbClr val="2E3D6E"/>
                </a:solidFill>
                <a:latin typeface="Lucida Sans"/>
                <a:cs typeface="Lucida Sans"/>
              </a:rPr>
              <a:t>C</a:t>
            </a:r>
            <a:r>
              <a:rPr dirty="0" sz="1200" spc="-30" b="1">
                <a:solidFill>
                  <a:srgbClr val="2E3D6E"/>
                </a:solidFill>
                <a:latin typeface="Lucida Sans"/>
                <a:cs typeface="Lucida Sans"/>
              </a:rPr>
              <a:t>out</a:t>
            </a:r>
            <a:r>
              <a:rPr dirty="0" sz="1200" spc="-60" b="1">
                <a:solidFill>
                  <a:srgbClr val="2E3D6E"/>
                </a:solidFill>
                <a:latin typeface="Lucida Sans"/>
                <a:cs typeface="Lucida Sans"/>
              </a:rPr>
              <a:t> </a:t>
            </a:r>
            <a:r>
              <a:rPr dirty="0" sz="1350" spc="-370">
                <a:solidFill>
                  <a:srgbClr val="2E3D6E"/>
                </a:solidFill>
                <a:latin typeface="Lucida Sans Unicode"/>
                <a:cs typeface="Lucida Sans Unicode"/>
              </a:rPr>
              <a:t>=</a:t>
            </a:r>
            <a:r>
              <a:rPr dirty="0" sz="135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2E3D6E"/>
                </a:solidFill>
                <a:latin typeface="Lucida Sans Unicode"/>
                <a:cs typeface="Lucida Sans Unicode"/>
              </a:rPr>
              <a:t>AB</a:t>
            </a:r>
            <a:r>
              <a:rPr dirty="0" sz="125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345">
                <a:solidFill>
                  <a:srgbClr val="2E3D6E"/>
                </a:solidFill>
                <a:latin typeface="Lucida Sans Unicode"/>
                <a:cs typeface="Lucida Sans Unicode"/>
              </a:rPr>
              <a:t>+</a:t>
            </a:r>
            <a:r>
              <a:rPr dirty="0" sz="135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5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300" spc="-2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50" spc="-25">
                <a:solidFill>
                  <a:srgbClr val="2E3D6E"/>
                </a:solidFill>
                <a:latin typeface="Lucida Sans Unicode"/>
                <a:cs typeface="Lucida Sans Unicode"/>
              </a:rPr>
              <a:t>(A</a:t>
            </a:r>
            <a:r>
              <a:rPr dirty="0" sz="1250" spc="-9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45">
                <a:solidFill>
                  <a:srgbClr val="2E3D6E"/>
                </a:solidFill>
                <a:latin typeface="Lucida Sans Unicode"/>
                <a:cs typeface="Lucida Sans Unicode"/>
              </a:rPr>
              <a:t>⊕</a:t>
            </a:r>
            <a:r>
              <a:rPr dirty="0" sz="1600" spc="-3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5">
                <a:solidFill>
                  <a:srgbClr val="2E3D6E"/>
                </a:solidFill>
                <a:latin typeface="Lucida Sans Unicode"/>
                <a:cs typeface="Lucida Sans Unicode"/>
              </a:rPr>
              <a:t>B)</a:t>
            </a:r>
            <a:endParaRPr sz="1250">
              <a:latin typeface="Lucida Sans Unicode"/>
              <a:cs typeface="Lucida Sans Unicode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1300" y="2943224"/>
            <a:ext cx="4629149" cy="276225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426200" y="5824338"/>
            <a:ext cx="2068830" cy="2108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 spc="-45" b="1">
                <a:solidFill>
                  <a:srgbClr val="2E3D6E"/>
                </a:solidFill>
                <a:latin typeface="Lucida Sans"/>
                <a:cs typeface="Lucida Sans"/>
              </a:rPr>
              <a:t>Ga</a:t>
            </a:r>
            <a:r>
              <a:rPr dirty="0" sz="1050" spc="-45" b="1">
                <a:solidFill>
                  <a:srgbClr val="2E3D6E"/>
                </a:solidFill>
                <a:latin typeface="Lucida Sans"/>
                <a:cs typeface="Lucida Sans"/>
              </a:rPr>
              <a:t>t</a:t>
            </a:r>
            <a:r>
              <a:rPr dirty="0" sz="1150" spc="-45" b="1">
                <a:solidFill>
                  <a:srgbClr val="2E3D6E"/>
                </a:solidFill>
                <a:latin typeface="Lucida Sans"/>
                <a:cs typeface="Lucida Sans"/>
              </a:rPr>
              <a:t>e</a:t>
            </a:r>
            <a:r>
              <a:rPr dirty="0" sz="1050" spc="-45" b="1">
                <a:solidFill>
                  <a:srgbClr val="2E3D6E"/>
                </a:solidFill>
                <a:latin typeface="Lucida Sans"/>
                <a:cs typeface="Lucida Sans"/>
              </a:rPr>
              <a:t>s</a:t>
            </a:r>
            <a:r>
              <a:rPr dirty="0" sz="1050" spc="-100" b="1">
                <a:solidFill>
                  <a:srgbClr val="2E3D6E"/>
                </a:solidFill>
                <a:latin typeface="Lucida Sans"/>
                <a:cs typeface="Lucida Sans"/>
              </a:rPr>
              <a:t> </a:t>
            </a:r>
            <a:r>
              <a:rPr dirty="0" sz="1050" spc="-30" b="1">
                <a:solidFill>
                  <a:srgbClr val="2E3D6E"/>
                </a:solidFill>
                <a:latin typeface="Lucida Sans"/>
                <a:cs typeface="Lucida Sans"/>
              </a:rPr>
              <a:t>us</a:t>
            </a:r>
            <a:r>
              <a:rPr dirty="0" sz="1150" spc="-30" b="1">
                <a:solidFill>
                  <a:srgbClr val="2E3D6E"/>
                </a:solidFill>
                <a:latin typeface="Lucida Sans"/>
                <a:cs typeface="Lucida Sans"/>
              </a:rPr>
              <a:t>ed</a:t>
            </a:r>
            <a:r>
              <a:rPr dirty="0" sz="1200" spc="-30" b="1">
                <a:solidFill>
                  <a:srgbClr val="2E3D6E"/>
                </a:solidFill>
                <a:latin typeface="Arial Narrow"/>
                <a:cs typeface="Arial Narrow"/>
              </a:rPr>
              <a:t>:</a:t>
            </a:r>
            <a:r>
              <a:rPr dirty="0" sz="1200" spc="30" b="1">
                <a:solidFill>
                  <a:srgbClr val="2E3D6E"/>
                </a:solidFill>
                <a:latin typeface="Arial Narrow"/>
                <a:cs typeface="Arial Narrow"/>
              </a:rPr>
              <a:t> </a:t>
            </a:r>
            <a:r>
              <a:rPr dirty="0" sz="1100" spc="-85">
                <a:solidFill>
                  <a:srgbClr val="2E3D6E"/>
                </a:solidFill>
                <a:latin typeface="Lucida Sans Unicode"/>
                <a:cs typeface="Lucida Sans Unicode"/>
              </a:rPr>
              <a:t>2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XOR,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85">
                <a:solidFill>
                  <a:srgbClr val="2E3D6E"/>
                </a:solidFill>
                <a:latin typeface="Lucida Sans Unicode"/>
                <a:cs typeface="Lucida Sans Unicode"/>
              </a:rPr>
              <a:t>2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75">
                <a:solidFill>
                  <a:srgbClr val="2E3D6E"/>
                </a:solidFill>
                <a:latin typeface="Lucida Sans Unicode"/>
                <a:cs typeface="Lucida Sans Unicode"/>
              </a:rPr>
              <a:t>AND,</a:t>
            </a:r>
            <a:r>
              <a:rPr dirty="0" sz="1100" spc="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40">
                <a:solidFill>
                  <a:srgbClr val="2E3D6E"/>
                </a:solidFill>
                <a:latin typeface="Lucida Sans Unicode"/>
                <a:cs typeface="Lucida Sans Unicode"/>
              </a:rPr>
              <a:t>1</a:t>
            </a:r>
            <a:r>
              <a:rPr dirty="0" sz="1100" spc="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OR</a:t>
            </a:r>
            <a:endParaRPr sz="11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50"/>
              <a:t>Ci</a:t>
            </a:r>
            <a:r>
              <a:rPr dirty="0"/>
              <a:t>r</a:t>
            </a:r>
            <a:r>
              <a:rPr dirty="0" sz="3150"/>
              <a:t>c</a:t>
            </a:r>
            <a:r>
              <a:rPr dirty="0"/>
              <a:t>u</a:t>
            </a:r>
            <a:r>
              <a:rPr dirty="0" sz="3150"/>
              <a:t>i</a:t>
            </a:r>
            <a:r>
              <a:rPr dirty="0"/>
              <a:t>t</a:t>
            </a:r>
            <a:r>
              <a:rPr dirty="0" spc="-330"/>
              <a:t> </a:t>
            </a:r>
            <a:r>
              <a:rPr dirty="0" sz="3150" spc="-60"/>
              <a:t>De</a:t>
            </a:r>
            <a:r>
              <a:rPr dirty="0" spc="-60"/>
              <a:t>s</a:t>
            </a:r>
            <a:r>
              <a:rPr dirty="0" sz="3150" spc="-60"/>
              <a:t>ig</a:t>
            </a:r>
            <a:r>
              <a:rPr dirty="0" spc="-60"/>
              <a:t>n</a:t>
            </a:r>
            <a:r>
              <a:rPr dirty="0" spc="-295"/>
              <a:t> </a:t>
            </a:r>
            <a:r>
              <a:rPr dirty="0" sz="3150"/>
              <a:t>i</a:t>
            </a:r>
            <a:r>
              <a:rPr dirty="0"/>
              <a:t>n</a:t>
            </a:r>
            <a:r>
              <a:rPr dirty="0" spc="-295"/>
              <a:t> </a:t>
            </a:r>
            <a:r>
              <a:rPr dirty="0" sz="3150" spc="-10"/>
              <a:t>L</a:t>
            </a:r>
            <a:r>
              <a:rPr dirty="0" spc="-10"/>
              <a:t>o</a:t>
            </a:r>
            <a:r>
              <a:rPr dirty="0" sz="3150" spc="-10"/>
              <a:t>gi</a:t>
            </a:r>
            <a:r>
              <a:rPr dirty="0" spc="-10"/>
              <a:t>s</a:t>
            </a:r>
            <a:r>
              <a:rPr dirty="0" sz="3150" spc="-10"/>
              <a:t>i</a:t>
            </a:r>
            <a:r>
              <a:rPr dirty="0" spc="-10"/>
              <a:t>m</a:t>
            </a:r>
            <a:endParaRPr sz="3150"/>
          </a:p>
        </p:txBody>
      </p:sp>
      <p:sp>
        <p:nvSpPr>
          <p:cNvPr id="6" name="object 6"/>
          <p:cNvSpPr txBox="1"/>
          <p:nvPr/>
        </p:nvSpPr>
        <p:spPr>
          <a:xfrm>
            <a:off x="654050" y="917034"/>
            <a:ext cx="108839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30" b="1">
                <a:solidFill>
                  <a:srgbClr val="2E3D6E"/>
                </a:solidFill>
                <a:latin typeface="Arial"/>
                <a:cs typeface="Arial"/>
              </a:rPr>
              <a:t>Half</a:t>
            </a:r>
            <a:r>
              <a:rPr dirty="0" sz="1750" spc="-155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750" spc="-30" b="1">
                <a:solidFill>
                  <a:srgbClr val="2E3D6E"/>
                </a:solidFill>
                <a:latin typeface="Arial"/>
                <a:cs typeface="Arial"/>
              </a:rPr>
              <a:t>Adde</a:t>
            </a:r>
            <a:r>
              <a:rPr dirty="0" sz="1600" spc="-30" b="1">
                <a:solidFill>
                  <a:srgbClr val="2E3D6E"/>
                </a:solidFill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73800" y="917034"/>
            <a:ext cx="1033144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50" spc="-90" b="1">
                <a:solidFill>
                  <a:srgbClr val="2E3D6E"/>
                </a:solidFill>
                <a:latin typeface="Arial"/>
                <a:cs typeface="Arial"/>
              </a:rPr>
              <a:t>F</a:t>
            </a:r>
            <a:r>
              <a:rPr dirty="0" sz="1600" spc="-90" b="1">
                <a:solidFill>
                  <a:srgbClr val="2E3D6E"/>
                </a:solidFill>
                <a:latin typeface="Arial"/>
                <a:cs typeface="Arial"/>
              </a:rPr>
              <a:t>u</a:t>
            </a:r>
            <a:r>
              <a:rPr dirty="0" sz="1750" spc="-90" b="1">
                <a:solidFill>
                  <a:srgbClr val="2E3D6E"/>
                </a:solidFill>
                <a:latin typeface="Arial"/>
                <a:cs typeface="Arial"/>
              </a:rPr>
              <a:t>ll</a:t>
            </a:r>
            <a:r>
              <a:rPr dirty="0" sz="1750" spc="-85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750" spc="-25" b="1">
                <a:solidFill>
                  <a:srgbClr val="2E3D6E"/>
                </a:solidFill>
                <a:latin typeface="Arial"/>
                <a:cs typeface="Arial"/>
              </a:rPr>
              <a:t>Adde</a:t>
            </a:r>
            <a:r>
              <a:rPr dirty="0" sz="1600" spc="-25" b="1">
                <a:solidFill>
                  <a:srgbClr val="2E3D6E"/>
                </a:solidFill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6274" y="1285874"/>
            <a:ext cx="2562225" cy="628650"/>
          </a:xfrm>
          <a:custGeom>
            <a:avLst/>
            <a:gdLst/>
            <a:ahLst/>
            <a:cxnLst/>
            <a:rect l="l" t="t" r="r" b="b"/>
            <a:pathLst>
              <a:path w="2562225" h="628650">
                <a:moveTo>
                  <a:pt x="0" y="542924"/>
                </a:moveTo>
                <a:lnTo>
                  <a:pt x="0" y="85724"/>
                </a:lnTo>
                <a:lnTo>
                  <a:pt x="0" y="80094"/>
                </a:lnTo>
                <a:lnTo>
                  <a:pt x="549" y="74520"/>
                </a:lnTo>
                <a:lnTo>
                  <a:pt x="14447" y="38098"/>
                </a:lnTo>
                <a:lnTo>
                  <a:pt x="17574" y="33416"/>
                </a:lnTo>
                <a:lnTo>
                  <a:pt x="21128" y="29086"/>
                </a:lnTo>
                <a:lnTo>
                  <a:pt x="25108" y="25107"/>
                </a:lnTo>
                <a:lnTo>
                  <a:pt x="29088" y="21126"/>
                </a:lnTo>
                <a:lnTo>
                  <a:pt x="52919" y="6522"/>
                </a:lnTo>
                <a:lnTo>
                  <a:pt x="58119" y="4369"/>
                </a:lnTo>
                <a:lnTo>
                  <a:pt x="63480" y="2744"/>
                </a:lnTo>
                <a:lnTo>
                  <a:pt x="69000" y="1646"/>
                </a:lnTo>
                <a:lnTo>
                  <a:pt x="74521" y="548"/>
                </a:lnTo>
                <a:lnTo>
                  <a:pt x="80096" y="0"/>
                </a:lnTo>
                <a:lnTo>
                  <a:pt x="85725" y="0"/>
                </a:lnTo>
                <a:lnTo>
                  <a:pt x="2476499" y="0"/>
                </a:lnTo>
                <a:lnTo>
                  <a:pt x="2482128" y="0"/>
                </a:lnTo>
                <a:lnTo>
                  <a:pt x="2487703" y="548"/>
                </a:lnTo>
                <a:lnTo>
                  <a:pt x="2493223" y="1646"/>
                </a:lnTo>
                <a:lnTo>
                  <a:pt x="2498744" y="2744"/>
                </a:lnTo>
                <a:lnTo>
                  <a:pt x="2524125" y="14445"/>
                </a:lnTo>
                <a:lnTo>
                  <a:pt x="2528806" y="17573"/>
                </a:lnTo>
                <a:lnTo>
                  <a:pt x="2533136" y="21126"/>
                </a:lnTo>
                <a:lnTo>
                  <a:pt x="2537116" y="25107"/>
                </a:lnTo>
                <a:lnTo>
                  <a:pt x="2541096" y="29086"/>
                </a:lnTo>
                <a:lnTo>
                  <a:pt x="2544650" y="33416"/>
                </a:lnTo>
                <a:lnTo>
                  <a:pt x="2547777" y="38098"/>
                </a:lnTo>
                <a:lnTo>
                  <a:pt x="2550904" y="42778"/>
                </a:lnTo>
                <a:lnTo>
                  <a:pt x="2562224" y="80094"/>
                </a:lnTo>
                <a:lnTo>
                  <a:pt x="2562224" y="85724"/>
                </a:lnTo>
                <a:lnTo>
                  <a:pt x="2562224" y="542924"/>
                </a:lnTo>
                <a:lnTo>
                  <a:pt x="2562224" y="548552"/>
                </a:lnTo>
                <a:lnTo>
                  <a:pt x="2561675" y="554126"/>
                </a:lnTo>
                <a:lnTo>
                  <a:pt x="2560577" y="559647"/>
                </a:lnTo>
                <a:lnTo>
                  <a:pt x="2559479" y="565167"/>
                </a:lnTo>
                <a:lnTo>
                  <a:pt x="2557853" y="570527"/>
                </a:lnTo>
                <a:lnTo>
                  <a:pt x="2555699" y="575727"/>
                </a:lnTo>
                <a:lnTo>
                  <a:pt x="2553545" y="580926"/>
                </a:lnTo>
                <a:lnTo>
                  <a:pt x="2528806" y="611074"/>
                </a:lnTo>
                <a:lnTo>
                  <a:pt x="2493223" y="626999"/>
                </a:lnTo>
                <a:lnTo>
                  <a:pt x="2487703" y="628098"/>
                </a:lnTo>
                <a:lnTo>
                  <a:pt x="2482128" y="628648"/>
                </a:lnTo>
                <a:lnTo>
                  <a:pt x="2476499" y="628649"/>
                </a:lnTo>
                <a:lnTo>
                  <a:pt x="85725" y="628649"/>
                </a:lnTo>
                <a:lnTo>
                  <a:pt x="80096" y="628648"/>
                </a:lnTo>
                <a:lnTo>
                  <a:pt x="74521" y="628098"/>
                </a:lnTo>
                <a:lnTo>
                  <a:pt x="69000" y="626999"/>
                </a:lnTo>
                <a:lnTo>
                  <a:pt x="63480" y="625901"/>
                </a:lnTo>
                <a:lnTo>
                  <a:pt x="29088" y="607518"/>
                </a:lnTo>
                <a:lnTo>
                  <a:pt x="6525" y="575727"/>
                </a:lnTo>
                <a:lnTo>
                  <a:pt x="4371" y="570527"/>
                </a:lnTo>
                <a:lnTo>
                  <a:pt x="2745" y="565167"/>
                </a:lnTo>
                <a:lnTo>
                  <a:pt x="1647" y="559647"/>
                </a:lnTo>
                <a:lnTo>
                  <a:pt x="549" y="554126"/>
                </a:lnTo>
                <a:lnTo>
                  <a:pt x="0" y="548552"/>
                </a:lnTo>
                <a:lnTo>
                  <a:pt x="0" y="542924"/>
                </a:lnTo>
                <a:close/>
              </a:path>
            </a:pathLst>
          </a:custGeom>
          <a:ln w="19049">
            <a:solidFill>
              <a:srgbClr val="BEDF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06449" y="1357592"/>
            <a:ext cx="1464310" cy="42925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65" b="1">
                <a:solidFill>
                  <a:srgbClr val="2E3D6E"/>
                </a:solidFill>
                <a:latin typeface="Arial"/>
                <a:cs typeface="Arial"/>
              </a:rPr>
              <a:t>2</a:t>
            </a:r>
            <a:r>
              <a:rPr dirty="0" sz="1400" spc="-85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E3D6E"/>
                </a:solidFill>
                <a:latin typeface="Arial"/>
                <a:cs typeface="Arial"/>
              </a:rPr>
              <a:t>I</a:t>
            </a:r>
            <a:r>
              <a:rPr dirty="0" sz="1300" b="1">
                <a:solidFill>
                  <a:srgbClr val="2E3D6E"/>
                </a:solidFill>
                <a:latin typeface="Arial"/>
                <a:cs typeface="Arial"/>
              </a:rPr>
              <a:t>nput</a:t>
            </a:r>
            <a:r>
              <a:rPr dirty="0" sz="1300" spc="-50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2E3D6E"/>
                </a:solidFill>
                <a:latin typeface="Arial"/>
                <a:cs typeface="Arial"/>
              </a:rPr>
              <a:t>Pi</a:t>
            </a:r>
            <a:r>
              <a:rPr dirty="0" sz="1300" spc="-20" b="1">
                <a:solidFill>
                  <a:srgbClr val="2E3D6E"/>
                </a:solidFill>
                <a:latin typeface="Arial"/>
                <a:cs typeface="Arial"/>
              </a:rPr>
              <a:t>ns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200" spc="-1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B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ry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nputs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33749" y="1285874"/>
            <a:ext cx="2562225" cy="628650"/>
          </a:xfrm>
          <a:custGeom>
            <a:avLst/>
            <a:gdLst/>
            <a:ahLst/>
            <a:cxnLst/>
            <a:rect l="l" t="t" r="r" b="b"/>
            <a:pathLst>
              <a:path w="2562225" h="628650">
                <a:moveTo>
                  <a:pt x="0" y="542924"/>
                </a:moveTo>
                <a:lnTo>
                  <a:pt x="0" y="85724"/>
                </a:lnTo>
                <a:lnTo>
                  <a:pt x="0" y="80094"/>
                </a:lnTo>
                <a:lnTo>
                  <a:pt x="549" y="74520"/>
                </a:lnTo>
                <a:lnTo>
                  <a:pt x="14447" y="38098"/>
                </a:lnTo>
                <a:lnTo>
                  <a:pt x="17574" y="33416"/>
                </a:lnTo>
                <a:lnTo>
                  <a:pt x="21128" y="29086"/>
                </a:lnTo>
                <a:lnTo>
                  <a:pt x="25108" y="25107"/>
                </a:lnTo>
                <a:lnTo>
                  <a:pt x="29088" y="21126"/>
                </a:lnTo>
                <a:lnTo>
                  <a:pt x="63480" y="2744"/>
                </a:lnTo>
                <a:lnTo>
                  <a:pt x="69000" y="1646"/>
                </a:lnTo>
                <a:lnTo>
                  <a:pt x="74521" y="548"/>
                </a:lnTo>
                <a:lnTo>
                  <a:pt x="80096" y="0"/>
                </a:lnTo>
                <a:lnTo>
                  <a:pt x="85725" y="0"/>
                </a:lnTo>
                <a:lnTo>
                  <a:pt x="2476500" y="0"/>
                </a:lnTo>
                <a:lnTo>
                  <a:pt x="2482129" y="0"/>
                </a:lnTo>
                <a:lnTo>
                  <a:pt x="2487703" y="548"/>
                </a:lnTo>
                <a:lnTo>
                  <a:pt x="2493223" y="1646"/>
                </a:lnTo>
                <a:lnTo>
                  <a:pt x="2498744" y="2744"/>
                </a:lnTo>
                <a:lnTo>
                  <a:pt x="2504104" y="4369"/>
                </a:lnTo>
                <a:lnTo>
                  <a:pt x="2509305" y="6522"/>
                </a:lnTo>
                <a:lnTo>
                  <a:pt x="2514505" y="8676"/>
                </a:lnTo>
                <a:lnTo>
                  <a:pt x="2519445" y="11317"/>
                </a:lnTo>
                <a:lnTo>
                  <a:pt x="2524125" y="14445"/>
                </a:lnTo>
                <a:lnTo>
                  <a:pt x="2528806" y="17573"/>
                </a:lnTo>
                <a:lnTo>
                  <a:pt x="2533136" y="21126"/>
                </a:lnTo>
                <a:lnTo>
                  <a:pt x="2537116" y="25107"/>
                </a:lnTo>
                <a:lnTo>
                  <a:pt x="2541096" y="29086"/>
                </a:lnTo>
                <a:lnTo>
                  <a:pt x="2544650" y="33416"/>
                </a:lnTo>
                <a:lnTo>
                  <a:pt x="2547777" y="38098"/>
                </a:lnTo>
                <a:lnTo>
                  <a:pt x="2550904" y="42778"/>
                </a:lnTo>
                <a:lnTo>
                  <a:pt x="2562224" y="80094"/>
                </a:lnTo>
                <a:lnTo>
                  <a:pt x="2562225" y="85724"/>
                </a:lnTo>
                <a:lnTo>
                  <a:pt x="2562225" y="542924"/>
                </a:lnTo>
                <a:lnTo>
                  <a:pt x="2553544" y="580926"/>
                </a:lnTo>
                <a:lnTo>
                  <a:pt x="2528806" y="611074"/>
                </a:lnTo>
                <a:lnTo>
                  <a:pt x="2493223" y="626999"/>
                </a:lnTo>
                <a:lnTo>
                  <a:pt x="2487703" y="628098"/>
                </a:lnTo>
                <a:lnTo>
                  <a:pt x="2482129" y="628648"/>
                </a:lnTo>
                <a:lnTo>
                  <a:pt x="2476500" y="628649"/>
                </a:lnTo>
                <a:lnTo>
                  <a:pt x="85725" y="628649"/>
                </a:lnTo>
                <a:lnTo>
                  <a:pt x="80096" y="628648"/>
                </a:lnTo>
                <a:lnTo>
                  <a:pt x="74521" y="628098"/>
                </a:lnTo>
                <a:lnTo>
                  <a:pt x="69000" y="626999"/>
                </a:lnTo>
                <a:lnTo>
                  <a:pt x="63480" y="625901"/>
                </a:lnTo>
                <a:lnTo>
                  <a:pt x="29088" y="607518"/>
                </a:lnTo>
                <a:lnTo>
                  <a:pt x="6525" y="575727"/>
                </a:lnTo>
                <a:lnTo>
                  <a:pt x="4371" y="570527"/>
                </a:lnTo>
                <a:lnTo>
                  <a:pt x="2745" y="565167"/>
                </a:lnTo>
                <a:lnTo>
                  <a:pt x="1646" y="559647"/>
                </a:lnTo>
                <a:lnTo>
                  <a:pt x="549" y="554126"/>
                </a:lnTo>
                <a:lnTo>
                  <a:pt x="0" y="548552"/>
                </a:lnTo>
                <a:lnTo>
                  <a:pt x="0" y="542924"/>
                </a:lnTo>
                <a:close/>
              </a:path>
            </a:pathLst>
          </a:custGeom>
          <a:ln w="19049">
            <a:solidFill>
              <a:srgbClr val="BEDF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463924" y="1357592"/>
            <a:ext cx="1739900" cy="42925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60" b="1">
                <a:solidFill>
                  <a:srgbClr val="2E3D6E"/>
                </a:solidFill>
                <a:latin typeface="Arial"/>
                <a:cs typeface="Arial"/>
              </a:rPr>
              <a:t>1</a:t>
            </a:r>
            <a:r>
              <a:rPr dirty="0" sz="1400" spc="-90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400" spc="-80" b="1">
                <a:solidFill>
                  <a:srgbClr val="2E3D6E"/>
                </a:solidFill>
                <a:latin typeface="Arial"/>
                <a:cs typeface="Arial"/>
              </a:rPr>
              <a:t>XOR</a:t>
            </a:r>
            <a:r>
              <a:rPr dirty="0" sz="1400" spc="-170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2E3D6E"/>
                </a:solidFill>
                <a:latin typeface="Arial"/>
                <a:cs typeface="Arial"/>
              </a:rPr>
              <a:t>Ga</a:t>
            </a:r>
            <a:r>
              <a:rPr dirty="0" sz="1300" spc="-20" b="1">
                <a:solidFill>
                  <a:srgbClr val="2E3D6E"/>
                </a:solidFill>
                <a:latin typeface="Arial"/>
                <a:cs typeface="Arial"/>
              </a:rPr>
              <a:t>t</a:t>
            </a:r>
            <a:r>
              <a:rPr dirty="0" sz="1400" spc="-20" b="1">
                <a:solidFill>
                  <a:srgbClr val="2E3D6E"/>
                </a:solidFill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P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ro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he 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um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output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6274" y="2009774"/>
            <a:ext cx="2562225" cy="619125"/>
          </a:xfrm>
          <a:custGeom>
            <a:avLst/>
            <a:gdLst/>
            <a:ahLst/>
            <a:cxnLst/>
            <a:rect l="l" t="t" r="r" b="b"/>
            <a:pathLst>
              <a:path w="2562225" h="619125">
                <a:moveTo>
                  <a:pt x="0" y="533399"/>
                </a:moveTo>
                <a:lnTo>
                  <a:pt x="0" y="85724"/>
                </a:lnTo>
                <a:lnTo>
                  <a:pt x="0" y="80094"/>
                </a:lnTo>
                <a:lnTo>
                  <a:pt x="549" y="74520"/>
                </a:lnTo>
                <a:lnTo>
                  <a:pt x="1647" y="69000"/>
                </a:lnTo>
                <a:lnTo>
                  <a:pt x="2745" y="63480"/>
                </a:lnTo>
                <a:lnTo>
                  <a:pt x="4371" y="58119"/>
                </a:lnTo>
                <a:lnTo>
                  <a:pt x="6525" y="52918"/>
                </a:lnTo>
                <a:lnTo>
                  <a:pt x="8679" y="47715"/>
                </a:lnTo>
                <a:lnTo>
                  <a:pt x="11320" y="42776"/>
                </a:lnTo>
                <a:lnTo>
                  <a:pt x="14447" y="38098"/>
                </a:lnTo>
                <a:lnTo>
                  <a:pt x="17574" y="33416"/>
                </a:lnTo>
                <a:lnTo>
                  <a:pt x="21128" y="29086"/>
                </a:lnTo>
                <a:lnTo>
                  <a:pt x="25108" y="25107"/>
                </a:lnTo>
                <a:lnTo>
                  <a:pt x="29088" y="21126"/>
                </a:lnTo>
                <a:lnTo>
                  <a:pt x="33418" y="17570"/>
                </a:lnTo>
                <a:lnTo>
                  <a:pt x="38098" y="14443"/>
                </a:lnTo>
                <a:lnTo>
                  <a:pt x="42778" y="11315"/>
                </a:lnTo>
                <a:lnTo>
                  <a:pt x="47719" y="8676"/>
                </a:lnTo>
                <a:lnTo>
                  <a:pt x="52919" y="6522"/>
                </a:lnTo>
                <a:lnTo>
                  <a:pt x="58119" y="4369"/>
                </a:lnTo>
                <a:lnTo>
                  <a:pt x="63480" y="2744"/>
                </a:lnTo>
                <a:lnTo>
                  <a:pt x="69000" y="1646"/>
                </a:lnTo>
                <a:lnTo>
                  <a:pt x="74521" y="548"/>
                </a:lnTo>
                <a:lnTo>
                  <a:pt x="80096" y="0"/>
                </a:lnTo>
                <a:lnTo>
                  <a:pt x="85725" y="0"/>
                </a:lnTo>
                <a:lnTo>
                  <a:pt x="2476499" y="0"/>
                </a:lnTo>
                <a:lnTo>
                  <a:pt x="2482128" y="0"/>
                </a:lnTo>
                <a:lnTo>
                  <a:pt x="2487703" y="548"/>
                </a:lnTo>
                <a:lnTo>
                  <a:pt x="2493223" y="1646"/>
                </a:lnTo>
                <a:lnTo>
                  <a:pt x="2498744" y="2744"/>
                </a:lnTo>
                <a:lnTo>
                  <a:pt x="2524125" y="14443"/>
                </a:lnTo>
                <a:lnTo>
                  <a:pt x="2528806" y="17570"/>
                </a:lnTo>
                <a:lnTo>
                  <a:pt x="2533136" y="21126"/>
                </a:lnTo>
                <a:lnTo>
                  <a:pt x="2537116" y="25107"/>
                </a:lnTo>
                <a:lnTo>
                  <a:pt x="2541096" y="29086"/>
                </a:lnTo>
                <a:lnTo>
                  <a:pt x="2544650" y="33416"/>
                </a:lnTo>
                <a:lnTo>
                  <a:pt x="2547777" y="38098"/>
                </a:lnTo>
                <a:lnTo>
                  <a:pt x="2550904" y="42776"/>
                </a:lnTo>
                <a:lnTo>
                  <a:pt x="2553545" y="47715"/>
                </a:lnTo>
                <a:lnTo>
                  <a:pt x="2555699" y="52918"/>
                </a:lnTo>
                <a:lnTo>
                  <a:pt x="2557853" y="58119"/>
                </a:lnTo>
                <a:lnTo>
                  <a:pt x="2559479" y="63480"/>
                </a:lnTo>
                <a:lnTo>
                  <a:pt x="2560577" y="69000"/>
                </a:lnTo>
                <a:lnTo>
                  <a:pt x="2561675" y="74520"/>
                </a:lnTo>
                <a:lnTo>
                  <a:pt x="2562224" y="80094"/>
                </a:lnTo>
                <a:lnTo>
                  <a:pt x="2562224" y="85724"/>
                </a:lnTo>
                <a:lnTo>
                  <a:pt x="2562224" y="533399"/>
                </a:lnTo>
                <a:lnTo>
                  <a:pt x="2562224" y="539027"/>
                </a:lnTo>
                <a:lnTo>
                  <a:pt x="2561675" y="544601"/>
                </a:lnTo>
                <a:lnTo>
                  <a:pt x="2547777" y="581023"/>
                </a:lnTo>
                <a:lnTo>
                  <a:pt x="2524125" y="604674"/>
                </a:lnTo>
                <a:lnTo>
                  <a:pt x="2519445" y="607802"/>
                </a:lnTo>
                <a:lnTo>
                  <a:pt x="2493223" y="617476"/>
                </a:lnTo>
                <a:lnTo>
                  <a:pt x="2487703" y="618576"/>
                </a:lnTo>
                <a:lnTo>
                  <a:pt x="2482128" y="619124"/>
                </a:lnTo>
                <a:lnTo>
                  <a:pt x="2476499" y="619124"/>
                </a:lnTo>
                <a:lnTo>
                  <a:pt x="85725" y="619124"/>
                </a:lnTo>
                <a:lnTo>
                  <a:pt x="80096" y="619124"/>
                </a:lnTo>
                <a:lnTo>
                  <a:pt x="74521" y="618576"/>
                </a:lnTo>
                <a:lnTo>
                  <a:pt x="69000" y="617476"/>
                </a:lnTo>
                <a:lnTo>
                  <a:pt x="63480" y="616378"/>
                </a:lnTo>
                <a:lnTo>
                  <a:pt x="58119" y="614752"/>
                </a:lnTo>
                <a:lnTo>
                  <a:pt x="52919" y="612597"/>
                </a:lnTo>
                <a:lnTo>
                  <a:pt x="47719" y="610441"/>
                </a:lnTo>
                <a:lnTo>
                  <a:pt x="17574" y="585703"/>
                </a:lnTo>
                <a:lnTo>
                  <a:pt x="1647" y="550124"/>
                </a:lnTo>
                <a:lnTo>
                  <a:pt x="0" y="539027"/>
                </a:lnTo>
                <a:lnTo>
                  <a:pt x="0" y="533399"/>
                </a:lnTo>
                <a:close/>
              </a:path>
            </a:pathLst>
          </a:custGeom>
          <a:ln w="19049">
            <a:solidFill>
              <a:srgbClr val="BEDF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06449" y="2081492"/>
            <a:ext cx="1815464" cy="42925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260" b="1">
                <a:solidFill>
                  <a:srgbClr val="2E3D6E"/>
                </a:solidFill>
                <a:latin typeface="Arial"/>
                <a:cs typeface="Arial"/>
              </a:rPr>
              <a:t>1</a:t>
            </a:r>
            <a:r>
              <a:rPr dirty="0" sz="1400" spc="-95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400" spc="-30" b="1">
                <a:solidFill>
                  <a:srgbClr val="2E3D6E"/>
                </a:solidFill>
                <a:latin typeface="Arial"/>
                <a:cs typeface="Arial"/>
              </a:rPr>
              <a:t>AND</a:t>
            </a:r>
            <a:r>
              <a:rPr dirty="0" sz="1400" spc="-170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2E3D6E"/>
                </a:solidFill>
                <a:latin typeface="Arial"/>
                <a:cs typeface="Arial"/>
              </a:rPr>
              <a:t>Ga</a:t>
            </a:r>
            <a:r>
              <a:rPr dirty="0" sz="1300" spc="-20" b="1">
                <a:solidFill>
                  <a:srgbClr val="2E3D6E"/>
                </a:solidFill>
                <a:latin typeface="Arial"/>
                <a:cs typeface="Arial"/>
              </a:rPr>
              <a:t>t</a:t>
            </a:r>
            <a:r>
              <a:rPr dirty="0" sz="1400" spc="-20" b="1">
                <a:solidFill>
                  <a:srgbClr val="2E3D6E"/>
                </a:solidFill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P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ro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he 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Ca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rry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output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33749" y="2009774"/>
            <a:ext cx="2562225" cy="619125"/>
          </a:xfrm>
          <a:custGeom>
            <a:avLst/>
            <a:gdLst/>
            <a:ahLst/>
            <a:cxnLst/>
            <a:rect l="l" t="t" r="r" b="b"/>
            <a:pathLst>
              <a:path w="2562225" h="619125">
                <a:moveTo>
                  <a:pt x="0" y="533399"/>
                </a:moveTo>
                <a:lnTo>
                  <a:pt x="0" y="85724"/>
                </a:lnTo>
                <a:lnTo>
                  <a:pt x="0" y="80094"/>
                </a:lnTo>
                <a:lnTo>
                  <a:pt x="549" y="74520"/>
                </a:lnTo>
                <a:lnTo>
                  <a:pt x="1646" y="69000"/>
                </a:lnTo>
                <a:lnTo>
                  <a:pt x="2745" y="63480"/>
                </a:lnTo>
                <a:lnTo>
                  <a:pt x="4371" y="58119"/>
                </a:lnTo>
                <a:lnTo>
                  <a:pt x="6525" y="52918"/>
                </a:lnTo>
                <a:lnTo>
                  <a:pt x="8679" y="47715"/>
                </a:lnTo>
                <a:lnTo>
                  <a:pt x="11319" y="42776"/>
                </a:lnTo>
                <a:lnTo>
                  <a:pt x="14447" y="38098"/>
                </a:lnTo>
                <a:lnTo>
                  <a:pt x="17574" y="33416"/>
                </a:lnTo>
                <a:lnTo>
                  <a:pt x="21128" y="29086"/>
                </a:lnTo>
                <a:lnTo>
                  <a:pt x="25108" y="25107"/>
                </a:lnTo>
                <a:lnTo>
                  <a:pt x="29088" y="21126"/>
                </a:lnTo>
                <a:lnTo>
                  <a:pt x="33418" y="17570"/>
                </a:lnTo>
                <a:lnTo>
                  <a:pt x="38098" y="14443"/>
                </a:lnTo>
                <a:lnTo>
                  <a:pt x="42778" y="11315"/>
                </a:lnTo>
                <a:lnTo>
                  <a:pt x="69000" y="1646"/>
                </a:lnTo>
                <a:lnTo>
                  <a:pt x="74521" y="548"/>
                </a:lnTo>
                <a:lnTo>
                  <a:pt x="80096" y="0"/>
                </a:lnTo>
                <a:lnTo>
                  <a:pt x="85725" y="0"/>
                </a:lnTo>
                <a:lnTo>
                  <a:pt x="2476500" y="0"/>
                </a:lnTo>
                <a:lnTo>
                  <a:pt x="2482129" y="0"/>
                </a:lnTo>
                <a:lnTo>
                  <a:pt x="2487703" y="548"/>
                </a:lnTo>
                <a:lnTo>
                  <a:pt x="2493223" y="1646"/>
                </a:lnTo>
                <a:lnTo>
                  <a:pt x="2498744" y="2744"/>
                </a:lnTo>
                <a:lnTo>
                  <a:pt x="2504104" y="4369"/>
                </a:lnTo>
                <a:lnTo>
                  <a:pt x="2509305" y="6522"/>
                </a:lnTo>
                <a:lnTo>
                  <a:pt x="2514505" y="8676"/>
                </a:lnTo>
                <a:lnTo>
                  <a:pt x="2519445" y="11315"/>
                </a:lnTo>
                <a:lnTo>
                  <a:pt x="2524125" y="14443"/>
                </a:lnTo>
                <a:lnTo>
                  <a:pt x="2528806" y="17570"/>
                </a:lnTo>
                <a:lnTo>
                  <a:pt x="2533136" y="21126"/>
                </a:lnTo>
                <a:lnTo>
                  <a:pt x="2537116" y="25107"/>
                </a:lnTo>
                <a:lnTo>
                  <a:pt x="2541096" y="29086"/>
                </a:lnTo>
                <a:lnTo>
                  <a:pt x="2544650" y="33416"/>
                </a:lnTo>
                <a:lnTo>
                  <a:pt x="2547777" y="38098"/>
                </a:lnTo>
                <a:lnTo>
                  <a:pt x="2550904" y="42776"/>
                </a:lnTo>
                <a:lnTo>
                  <a:pt x="2553544" y="47715"/>
                </a:lnTo>
                <a:lnTo>
                  <a:pt x="2555698" y="52918"/>
                </a:lnTo>
                <a:lnTo>
                  <a:pt x="2557852" y="58119"/>
                </a:lnTo>
                <a:lnTo>
                  <a:pt x="2562225" y="85724"/>
                </a:lnTo>
                <a:lnTo>
                  <a:pt x="2562225" y="533399"/>
                </a:lnTo>
                <a:lnTo>
                  <a:pt x="2553544" y="571401"/>
                </a:lnTo>
                <a:lnTo>
                  <a:pt x="2528806" y="601549"/>
                </a:lnTo>
                <a:lnTo>
                  <a:pt x="2524125" y="604674"/>
                </a:lnTo>
                <a:lnTo>
                  <a:pt x="2519445" y="607802"/>
                </a:lnTo>
                <a:lnTo>
                  <a:pt x="2514505" y="610441"/>
                </a:lnTo>
                <a:lnTo>
                  <a:pt x="2509305" y="612597"/>
                </a:lnTo>
                <a:lnTo>
                  <a:pt x="2504104" y="614752"/>
                </a:lnTo>
                <a:lnTo>
                  <a:pt x="2498744" y="616378"/>
                </a:lnTo>
                <a:lnTo>
                  <a:pt x="2493223" y="617476"/>
                </a:lnTo>
                <a:lnTo>
                  <a:pt x="2487703" y="618576"/>
                </a:lnTo>
                <a:lnTo>
                  <a:pt x="2482129" y="619124"/>
                </a:lnTo>
                <a:lnTo>
                  <a:pt x="2476500" y="619124"/>
                </a:lnTo>
                <a:lnTo>
                  <a:pt x="85725" y="619124"/>
                </a:lnTo>
                <a:lnTo>
                  <a:pt x="80096" y="619124"/>
                </a:lnTo>
                <a:lnTo>
                  <a:pt x="74521" y="618576"/>
                </a:lnTo>
                <a:lnTo>
                  <a:pt x="69000" y="617476"/>
                </a:lnTo>
                <a:lnTo>
                  <a:pt x="63480" y="616378"/>
                </a:lnTo>
                <a:lnTo>
                  <a:pt x="29088" y="597995"/>
                </a:lnTo>
                <a:lnTo>
                  <a:pt x="6525" y="566205"/>
                </a:lnTo>
                <a:lnTo>
                  <a:pt x="0" y="539027"/>
                </a:lnTo>
                <a:lnTo>
                  <a:pt x="0" y="533399"/>
                </a:lnTo>
                <a:close/>
              </a:path>
            </a:pathLst>
          </a:custGeom>
          <a:ln w="19049">
            <a:solidFill>
              <a:srgbClr val="BEDFD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463924" y="2081492"/>
            <a:ext cx="1420495" cy="42925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65" b="1">
                <a:solidFill>
                  <a:srgbClr val="2E3D6E"/>
                </a:solidFill>
                <a:latin typeface="Arial"/>
                <a:cs typeface="Arial"/>
              </a:rPr>
              <a:t>2</a:t>
            </a:r>
            <a:r>
              <a:rPr dirty="0" sz="1400" spc="-65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2E3D6E"/>
                </a:solidFill>
                <a:latin typeface="Arial"/>
                <a:cs typeface="Arial"/>
              </a:rPr>
              <a:t>O</a:t>
            </a:r>
            <a:r>
              <a:rPr dirty="0" sz="1300" b="1">
                <a:solidFill>
                  <a:srgbClr val="2E3D6E"/>
                </a:solidFill>
                <a:latin typeface="Arial"/>
                <a:cs typeface="Arial"/>
              </a:rPr>
              <a:t>utput</a:t>
            </a:r>
            <a:r>
              <a:rPr dirty="0" sz="1300" spc="-25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2E3D6E"/>
                </a:solidFill>
                <a:latin typeface="Arial"/>
                <a:cs typeface="Arial"/>
              </a:rPr>
              <a:t>Pi</a:t>
            </a:r>
            <a:r>
              <a:rPr dirty="0" sz="1300" spc="-20" b="1">
                <a:solidFill>
                  <a:srgbClr val="2E3D6E"/>
                </a:solidFill>
                <a:latin typeface="Arial"/>
                <a:cs typeface="Arial"/>
              </a:rPr>
              <a:t>ns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um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Ca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rry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LED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86499" y="1276349"/>
            <a:ext cx="5238750" cy="1304925"/>
            <a:chOff x="6286499" y="1276349"/>
            <a:chExt cx="5238750" cy="1304925"/>
          </a:xfrm>
        </p:grpSpPr>
        <p:sp>
          <p:nvSpPr>
            <p:cNvPr id="17" name="object 17"/>
            <p:cNvSpPr/>
            <p:nvPr/>
          </p:nvSpPr>
          <p:spPr>
            <a:xfrm>
              <a:off x="6296024" y="1285874"/>
              <a:ext cx="5219700" cy="1285875"/>
            </a:xfrm>
            <a:custGeom>
              <a:avLst/>
              <a:gdLst/>
              <a:ahLst/>
              <a:cxnLst/>
              <a:rect l="l" t="t" r="r" b="b"/>
              <a:pathLst>
                <a:path w="5219700" h="1285875">
                  <a:moveTo>
                    <a:pt x="0" y="1200149"/>
                  </a:moveTo>
                  <a:lnTo>
                    <a:pt x="0" y="85724"/>
                  </a:lnTo>
                  <a:lnTo>
                    <a:pt x="0" y="80094"/>
                  </a:lnTo>
                  <a:lnTo>
                    <a:pt x="548" y="74520"/>
                  </a:lnTo>
                  <a:lnTo>
                    <a:pt x="14446" y="38098"/>
                  </a:lnTo>
                  <a:lnTo>
                    <a:pt x="17573" y="33416"/>
                  </a:lnTo>
                  <a:lnTo>
                    <a:pt x="21127" y="29086"/>
                  </a:lnTo>
                  <a:lnTo>
                    <a:pt x="25107" y="25107"/>
                  </a:lnTo>
                  <a:lnTo>
                    <a:pt x="29087" y="21126"/>
                  </a:lnTo>
                  <a:lnTo>
                    <a:pt x="33417" y="17573"/>
                  </a:lnTo>
                  <a:lnTo>
                    <a:pt x="38097" y="14445"/>
                  </a:lnTo>
                  <a:lnTo>
                    <a:pt x="42777" y="11317"/>
                  </a:lnTo>
                  <a:lnTo>
                    <a:pt x="47718" y="8676"/>
                  </a:lnTo>
                  <a:lnTo>
                    <a:pt x="52918" y="6522"/>
                  </a:lnTo>
                  <a:lnTo>
                    <a:pt x="58118" y="4369"/>
                  </a:lnTo>
                  <a:lnTo>
                    <a:pt x="63479" y="2744"/>
                  </a:lnTo>
                  <a:lnTo>
                    <a:pt x="69000" y="1646"/>
                  </a:lnTo>
                  <a:lnTo>
                    <a:pt x="74521" y="548"/>
                  </a:lnTo>
                  <a:lnTo>
                    <a:pt x="80096" y="0"/>
                  </a:lnTo>
                  <a:lnTo>
                    <a:pt x="85724" y="0"/>
                  </a:lnTo>
                  <a:lnTo>
                    <a:pt x="5133974" y="0"/>
                  </a:lnTo>
                  <a:lnTo>
                    <a:pt x="5139603" y="0"/>
                  </a:lnTo>
                  <a:lnTo>
                    <a:pt x="5145178" y="548"/>
                  </a:lnTo>
                  <a:lnTo>
                    <a:pt x="5150698" y="1646"/>
                  </a:lnTo>
                  <a:lnTo>
                    <a:pt x="5156218" y="2744"/>
                  </a:lnTo>
                  <a:lnTo>
                    <a:pt x="5161578" y="4369"/>
                  </a:lnTo>
                  <a:lnTo>
                    <a:pt x="5166778" y="6522"/>
                  </a:lnTo>
                  <a:lnTo>
                    <a:pt x="5171979" y="8676"/>
                  </a:lnTo>
                  <a:lnTo>
                    <a:pt x="5194590" y="25107"/>
                  </a:lnTo>
                  <a:lnTo>
                    <a:pt x="5198570" y="29086"/>
                  </a:lnTo>
                  <a:lnTo>
                    <a:pt x="5216953" y="63480"/>
                  </a:lnTo>
                  <a:lnTo>
                    <a:pt x="5219699" y="85724"/>
                  </a:lnTo>
                  <a:lnTo>
                    <a:pt x="5219699" y="1200149"/>
                  </a:lnTo>
                  <a:lnTo>
                    <a:pt x="5211018" y="1238151"/>
                  </a:lnTo>
                  <a:lnTo>
                    <a:pt x="5205250" y="1247772"/>
                  </a:lnTo>
                  <a:lnTo>
                    <a:pt x="5202123" y="1252453"/>
                  </a:lnTo>
                  <a:lnTo>
                    <a:pt x="5171979" y="1277191"/>
                  </a:lnTo>
                  <a:lnTo>
                    <a:pt x="5166778" y="1279345"/>
                  </a:lnTo>
                  <a:lnTo>
                    <a:pt x="5161578" y="1281501"/>
                  </a:lnTo>
                  <a:lnTo>
                    <a:pt x="5156218" y="1283125"/>
                  </a:lnTo>
                  <a:lnTo>
                    <a:pt x="5150698" y="1284226"/>
                  </a:lnTo>
                  <a:lnTo>
                    <a:pt x="5145178" y="1285326"/>
                  </a:lnTo>
                  <a:lnTo>
                    <a:pt x="5139603" y="1285874"/>
                  </a:lnTo>
                  <a:lnTo>
                    <a:pt x="5133974" y="1285874"/>
                  </a:lnTo>
                  <a:lnTo>
                    <a:pt x="85724" y="1285874"/>
                  </a:lnTo>
                  <a:lnTo>
                    <a:pt x="80096" y="1285874"/>
                  </a:lnTo>
                  <a:lnTo>
                    <a:pt x="74521" y="1285326"/>
                  </a:lnTo>
                  <a:lnTo>
                    <a:pt x="69000" y="1284226"/>
                  </a:lnTo>
                  <a:lnTo>
                    <a:pt x="63479" y="1283125"/>
                  </a:lnTo>
                  <a:lnTo>
                    <a:pt x="58118" y="1281501"/>
                  </a:lnTo>
                  <a:lnTo>
                    <a:pt x="52918" y="1279345"/>
                  </a:lnTo>
                  <a:lnTo>
                    <a:pt x="47718" y="1277191"/>
                  </a:lnTo>
                  <a:lnTo>
                    <a:pt x="17573" y="1252453"/>
                  </a:lnTo>
                  <a:lnTo>
                    <a:pt x="6524" y="1232952"/>
                  </a:lnTo>
                  <a:lnTo>
                    <a:pt x="4370" y="1227752"/>
                  </a:lnTo>
                  <a:lnTo>
                    <a:pt x="2744" y="1222392"/>
                  </a:lnTo>
                  <a:lnTo>
                    <a:pt x="1646" y="1216870"/>
                  </a:lnTo>
                  <a:lnTo>
                    <a:pt x="548" y="1211349"/>
                  </a:lnTo>
                  <a:lnTo>
                    <a:pt x="0" y="1205775"/>
                  </a:lnTo>
                  <a:lnTo>
                    <a:pt x="0" y="1200149"/>
                  </a:lnTo>
                  <a:close/>
                </a:path>
              </a:pathLst>
            </a:custGeom>
            <a:ln w="19049">
              <a:solidFill>
                <a:srgbClr val="BEDFD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467462" y="1466849"/>
              <a:ext cx="47625" cy="904875"/>
            </a:xfrm>
            <a:custGeom>
              <a:avLst/>
              <a:gdLst/>
              <a:ahLst/>
              <a:cxnLst/>
              <a:rect l="l" t="t" r="r" b="b"/>
              <a:pathLst>
                <a:path w="47625" h="904875">
                  <a:moveTo>
                    <a:pt x="47625" y="877912"/>
                  </a:moveTo>
                  <a:lnTo>
                    <a:pt x="26974" y="857250"/>
                  </a:lnTo>
                  <a:lnTo>
                    <a:pt x="20662" y="857250"/>
                  </a:lnTo>
                  <a:lnTo>
                    <a:pt x="0" y="877912"/>
                  </a:lnTo>
                  <a:lnTo>
                    <a:pt x="0" y="884224"/>
                  </a:lnTo>
                  <a:lnTo>
                    <a:pt x="20662" y="904875"/>
                  </a:lnTo>
                  <a:lnTo>
                    <a:pt x="26974" y="904875"/>
                  </a:lnTo>
                  <a:lnTo>
                    <a:pt x="47625" y="884224"/>
                  </a:lnTo>
                  <a:lnTo>
                    <a:pt x="47625" y="881062"/>
                  </a:lnTo>
                  <a:lnTo>
                    <a:pt x="47625" y="877912"/>
                  </a:lnTo>
                  <a:close/>
                </a:path>
                <a:path w="47625" h="904875">
                  <a:moveTo>
                    <a:pt x="47625" y="668362"/>
                  </a:moveTo>
                  <a:lnTo>
                    <a:pt x="26974" y="647700"/>
                  </a:lnTo>
                  <a:lnTo>
                    <a:pt x="20662" y="647700"/>
                  </a:lnTo>
                  <a:lnTo>
                    <a:pt x="0" y="668362"/>
                  </a:lnTo>
                  <a:lnTo>
                    <a:pt x="0" y="674674"/>
                  </a:lnTo>
                  <a:lnTo>
                    <a:pt x="20662" y="695325"/>
                  </a:lnTo>
                  <a:lnTo>
                    <a:pt x="26974" y="695325"/>
                  </a:lnTo>
                  <a:lnTo>
                    <a:pt x="47625" y="674674"/>
                  </a:lnTo>
                  <a:lnTo>
                    <a:pt x="47625" y="671512"/>
                  </a:lnTo>
                  <a:lnTo>
                    <a:pt x="47625" y="668362"/>
                  </a:lnTo>
                  <a:close/>
                </a:path>
                <a:path w="47625" h="904875">
                  <a:moveTo>
                    <a:pt x="47625" y="449287"/>
                  </a:moveTo>
                  <a:lnTo>
                    <a:pt x="26974" y="428625"/>
                  </a:lnTo>
                  <a:lnTo>
                    <a:pt x="20662" y="428625"/>
                  </a:lnTo>
                  <a:lnTo>
                    <a:pt x="0" y="449287"/>
                  </a:lnTo>
                  <a:lnTo>
                    <a:pt x="0" y="455599"/>
                  </a:lnTo>
                  <a:lnTo>
                    <a:pt x="20662" y="476250"/>
                  </a:lnTo>
                  <a:lnTo>
                    <a:pt x="26974" y="476250"/>
                  </a:lnTo>
                  <a:lnTo>
                    <a:pt x="47625" y="455599"/>
                  </a:lnTo>
                  <a:lnTo>
                    <a:pt x="47625" y="452437"/>
                  </a:lnTo>
                  <a:lnTo>
                    <a:pt x="47625" y="449287"/>
                  </a:lnTo>
                  <a:close/>
                </a:path>
                <a:path w="47625" h="904875">
                  <a:moveTo>
                    <a:pt x="47625" y="239737"/>
                  </a:moveTo>
                  <a:lnTo>
                    <a:pt x="26974" y="219075"/>
                  </a:lnTo>
                  <a:lnTo>
                    <a:pt x="20662" y="219075"/>
                  </a:lnTo>
                  <a:lnTo>
                    <a:pt x="0" y="239737"/>
                  </a:lnTo>
                  <a:lnTo>
                    <a:pt x="0" y="246049"/>
                  </a:lnTo>
                  <a:lnTo>
                    <a:pt x="20662" y="266700"/>
                  </a:lnTo>
                  <a:lnTo>
                    <a:pt x="26974" y="266700"/>
                  </a:lnTo>
                  <a:lnTo>
                    <a:pt x="47625" y="246049"/>
                  </a:lnTo>
                  <a:lnTo>
                    <a:pt x="47625" y="242887"/>
                  </a:lnTo>
                  <a:lnTo>
                    <a:pt x="47625" y="239737"/>
                  </a:lnTo>
                  <a:close/>
                </a:path>
                <a:path w="47625" h="904875">
                  <a:moveTo>
                    <a:pt x="47625" y="20662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62"/>
                  </a:lnTo>
                  <a:lnTo>
                    <a:pt x="0" y="26974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74"/>
                  </a:lnTo>
                  <a:lnTo>
                    <a:pt x="47625" y="23812"/>
                  </a:lnTo>
                  <a:lnTo>
                    <a:pt x="47625" y="20662"/>
                  </a:lnTo>
                  <a:close/>
                </a:path>
              </a:pathLst>
            </a:custGeom>
            <a:solidFill>
              <a:srgbClr val="2E3D6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616699" y="1342039"/>
            <a:ext cx="2171065" cy="1101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643890">
              <a:lnSpc>
                <a:spcPct val="117200"/>
              </a:lnSpc>
              <a:spcBef>
                <a:spcPts val="135"/>
              </a:spcBef>
            </a:pPr>
            <a:r>
              <a:rPr dirty="0" sz="1200" spc="-90">
                <a:solidFill>
                  <a:srgbClr val="2E3D6E"/>
                </a:solidFill>
                <a:latin typeface="Lucida Sans Unicode"/>
                <a:cs typeface="Lucida Sans Unicode"/>
              </a:rPr>
              <a:t>3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nput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Pi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ns</a:t>
            </a:r>
            <a:r>
              <a:rPr dirty="0" sz="1100" spc="-8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(A,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B,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Ci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)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p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le XOR</a:t>
            </a:r>
            <a:r>
              <a:rPr dirty="0" sz="1200" spc="-7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Ga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s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p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le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AND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Ga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00" spc="-385">
                <a:solidFill>
                  <a:srgbClr val="2E3D6E"/>
                </a:solidFill>
                <a:latin typeface="Lucida Sans Unicode"/>
                <a:cs typeface="Lucida Sans Unicode"/>
              </a:rPr>
              <a:t>1</a:t>
            </a:r>
            <a:r>
              <a:rPr dirty="0" sz="1200" spc="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OR</a:t>
            </a:r>
            <a:r>
              <a:rPr dirty="0" sz="1200" spc="-8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Ga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endParaRPr sz="1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200" spc="-110">
                <a:solidFill>
                  <a:srgbClr val="2E3D6E"/>
                </a:solidFill>
                <a:latin typeface="Lucida Sans Unicode"/>
                <a:cs typeface="Lucida Sans Unicode"/>
              </a:rPr>
              <a:t>2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 O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utput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Pi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ns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/LED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(S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um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,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out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)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4050" y="2673578"/>
            <a:ext cx="5157470" cy="6851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15799"/>
              </a:lnSpc>
              <a:spcBef>
                <a:spcPts val="125"/>
              </a:spcBef>
            </a:pPr>
            <a:r>
              <a:rPr dirty="0" sz="1200" spc="-45" b="1">
                <a:solidFill>
                  <a:srgbClr val="2E3D6E"/>
                </a:solidFill>
                <a:latin typeface="Lucida Sans"/>
                <a:cs typeface="Lucida Sans"/>
              </a:rPr>
              <a:t>W</a:t>
            </a:r>
            <a:r>
              <a:rPr dirty="0" sz="1100" spc="-45" b="1">
                <a:solidFill>
                  <a:srgbClr val="2E3D6E"/>
                </a:solidFill>
                <a:latin typeface="Lucida Sans"/>
                <a:cs typeface="Lucida Sans"/>
              </a:rPr>
              <a:t>or</a:t>
            </a:r>
            <a:r>
              <a:rPr dirty="0" sz="1200" spc="-45" b="1">
                <a:solidFill>
                  <a:srgbClr val="2E3D6E"/>
                </a:solidFill>
                <a:latin typeface="Lucida Sans"/>
                <a:cs typeface="Lucida Sans"/>
              </a:rPr>
              <a:t>ki</a:t>
            </a:r>
            <a:r>
              <a:rPr dirty="0" sz="1100" spc="-45" b="1">
                <a:solidFill>
                  <a:srgbClr val="2E3D6E"/>
                </a:solidFill>
                <a:latin typeface="Lucida Sans"/>
                <a:cs typeface="Lucida Sans"/>
              </a:rPr>
              <a:t>n</a:t>
            </a:r>
            <a:r>
              <a:rPr dirty="0" sz="1200" spc="-45" b="1">
                <a:solidFill>
                  <a:srgbClr val="2E3D6E"/>
                </a:solidFill>
                <a:latin typeface="Lucida Sans"/>
                <a:cs typeface="Lucida Sans"/>
              </a:rPr>
              <a:t>g</a:t>
            </a:r>
            <a:r>
              <a:rPr dirty="0" sz="1300" spc="-45" b="1">
                <a:solidFill>
                  <a:srgbClr val="2E3D6E"/>
                </a:solidFill>
                <a:latin typeface="Arial Narrow"/>
                <a:cs typeface="Arial Narrow"/>
              </a:rPr>
              <a:t>:</a:t>
            </a:r>
            <a:r>
              <a:rPr dirty="0" sz="1300" spc="65" b="1">
                <a:solidFill>
                  <a:srgbClr val="2E3D6E"/>
                </a:solidFill>
                <a:latin typeface="Arial Narrow"/>
                <a:cs typeface="Arial Narrow"/>
              </a:rPr>
              <a:t> 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The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XOR</a:t>
            </a:r>
            <a:r>
              <a:rPr dirty="0" sz="1200" spc="-9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ga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pro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he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sum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200" spc="-8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he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two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ts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,</a:t>
            </a:r>
            <a:r>
              <a:rPr dirty="0" sz="1200" spc="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w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hile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he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AND 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ga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e 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ge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he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ca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rry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output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—</a:t>
            </a:r>
            <a:r>
              <a:rPr dirty="0" sz="1200" spc="-17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orm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g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he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oun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da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on</a:t>
            </a:r>
            <a:r>
              <a:rPr dirty="0" sz="1100" spc="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or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mor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omp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le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x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adde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de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ig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ns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.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73800" y="2626658"/>
            <a:ext cx="5027930" cy="676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95"/>
              </a:spcBef>
            </a:pPr>
            <a:r>
              <a:rPr dirty="0" sz="1200" spc="-45" b="1">
                <a:solidFill>
                  <a:srgbClr val="2E3D6E"/>
                </a:solidFill>
                <a:latin typeface="Lucida Sans"/>
                <a:cs typeface="Lucida Sans"/>
              </a:rPr>
              <a:t>W</a:t>
            </a:r>
            <a:r>
              <a:rPr dirty="0" sz="1100" spc="-45" b="1">
                <a:solidFill>
                  <a:srgbClr val="2E3D6E"/>
                </a:solidFill>
                <a:latin typeface="Lucida Sans"/>
                <a:cs typeface="Lucida Sans"/>
              </a:rPr>
              <a:t>or</a:t>
            </a:r>
            <a:r>
              <a:rPr dirty="0" sz="1200" spc="-45" b="1">
                <a:solidFill>
                  <a:srgbClr val="2E3D6E"/>
                </a:solidFill>
                <a:latin typeface="Lucida Sans"/>
                <a:cs typeface="Lucida Sans"/>
              </a:rPr>
              <a:t>ki</a:t>
            </a:r>
            <a:r>
              <a:rPr dirty="0" sz="1100" spc="-45" b="1">
                <a:solidFill>
                  <a:srgbClr val="2E3D6E"/>
                </a:solidFill>
                <a:latin typeface="Lucida Sans"/>
                <a:cs typeface="Lucida Sans"/>
              </a:rPr>
              <a:t>n</a:t>
            </a:r>
            <a:r>
              <a:rPr dirty="0" sz="1200" spc="-45" b="1">
                <a:solidFill>
                  <a:srgbClr val="2E3D6E"/>
                </a:solidFill>
                <a:latin typeface="Lucida Sans"/>
                <a:cs typeface="Lucida Sans"/>
              </a:rPr>
              <a:t>g</a:t>
            </a:r>
            <a:r>
              <a:rPr dirty="0" sz="1300" spc="-45" b="1">
                <a:solidFill>
                  <a:srgbClr val="2E3D6E"/>
                </a:solidFill>
                <a:latin typeface="Arial Narrow"/>
                <a:cs typeface="Arial Narrow"/>
              </a:rPr>
              <a:t>:</a:t>
            </a:r>
            <a:r>
              <a:rPr dirty="0" sz="1300" spc="25" b="1">
                <a:solidFill>
                  <a:srgbClr val="2E3D6E"/>
                </a:solidFill>
                <a:latin typeface="Arial Narrow"/>
                <a:cs typeface="Arial Narrow"/>
              </a:rPr>
              <a:t> 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The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fi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rst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XOR</a:t>
            </a:r>
            <a:r>
              <a:rPr dirty="0" sz="1200" spc="-9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om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200" spc="-1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B;</a:t>
            </a:r>
            <a:r>
              <a:rPr dirty="0" sz="1200" spc="-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8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ec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on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 XOR</a:t>
            </a:r>
            <a:r>
              <a:rPr dirty="0" sz="1200" spc="-9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add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Ci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-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to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gi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v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e S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um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.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wo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AND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ga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feed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-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OR</a:t>
            </a:r>
            <a:r>
              <a:rPr dirty="0" sz="1200" spc="-9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ga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to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pro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ce</a:t>
            </a:r>
            <a:r>
              <a:rPr dirty="0" sz="1200" spc="-7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out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.</a:t>
            </a:r>
            <a:r>
              <a:rPr dirty="0" sz="1200" spc="-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gi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le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ts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you 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v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su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ali</a:t>
            </a:r>
            <a:r>
              <a:rPr dirty="0" sz="1300" spc="-45">
                <a:solidFill>
                  <a:srgbClr val="2E3D6E"/>
                </a:solidFill>
                <a:latin typeface="Lucida Sans Unicode"/>
                <a:cs typeface="Lucida Sans Unicode"/>
              </a:rPr>
              <a:t>z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ow</a:t>
            </a:r>
            <a:r>
              <a:rPr dirty="0" sz="1100" spc="-8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each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ga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pro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ce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ss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he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nputs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eal</a:t>
            </a:r>
            <a:r>
              <a:rPr dirty="0" sz="1200" spc="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e.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66749" y="3476623"/>
            <a:ext cx="5238750" cy="2333625"/>
            <a:chOff x="666749" y="3476623"/>
            <a:chExt cx="5238750" cy="2333625"/>
          </a:xfrm>
        </p:grpSpPr>
        <p:sp>
          <p:nvSpPr>
            <p:cNvPr id="4" name="object 4"/>
            <p:cNvSpPr/>
            <p:nvPr/>
          </p:nvSpPr>
          <p:spPr>
            <a:xfrm>
              <a:off x="676274" y="3486148"/>
              <a:ext cx="5219700" cy="2314575"/>
            </a:xfrm>
            <a:custGeom>
              <a:avLst/>
              <a:gdLst/>
              <a:ahLst/>
              <a:cxnLst/>
              <a:rect l="l" t="t" r="r" b="b"/>
              <a:pathLst>
                <a:path w="5219700" h="2314575">
                  <a:moveTo>
                    <a:pt x="0" y="2228849"/>
                  </a:moveTo>
                  <a:lnTo>
                    <a:pt x="0" y="85724"/>
                  </a:lnTo>
                  <a:lnTo>
                    <a:pt x="0" y="80094"/>
                  </a:lnTo>
                  <a:lnTo>
                    <a:pt x="549" y="74520"/>
                  </a:lnTo>
                  <a:lnTo>
                    <a:pt x="1647" y="68998"/>
                  </a:lnTo>
                  <a:lnTo>
                    <a:pt x="2745" y="63475"/>
                  </a:lnTo>
                  <a:lnTo>
                    <a:pt x="4371" y="58114"/>
                  </a:lnTo>
                  <a:lnTo>
                    <a:pt x="6525" y="52915"/>
                  </a:lnTo>
                  <a:lnTo>
                    <a:pt x="8679" y="47715"/>
                  </a:lnTo>
                  <a:lnTo>
                    <a:pt x="11320" y="42776"/>
                  </a:lnTo>
                  <a:lnTo>
                    <a:pt x="14447" y="38095"/>
                  </a:lnTo>
                  <a:lnTo>
                    <a:pt x="17574" y="33416"/>
                  </a:lnTo>
                  <a:lnTo>
                    <a:pt x="21128" y="29086"/>
                  </a:lnTo>
                  <a:lnTo>
                    <a:pt x="25108" y="25107"/>
                  </a:lnTo>
                  <a:lnTo>
                    <a:pt x="29088" y="21126"/>
                  </a:lnTo>
                  <a:lnTo>
                    <a:pt x="63480" y="2744"/>
                  </a:lnTo>
                  <a:lnTo>
                    <a:pt x="69000" y="1646"/>
                  </a:lnTo>
                  <a:lnTo>
                    <a:pt x="74521" y="548"/>
                  </a:lnTo>
                  <a:lnTo>
                    <a:pt x="80096" y="0"/>
                  </a:lnTo>
                  <a:lnTo>
                    <a:pt x="85725" y="0"/>
                  </a:lnTo>
                  <a:lnTo>
                    <a:pt x="5133974" y="0"/>
                  </a:lnTo>
                  <a:lnTo>
                    <a:pt x="5139603" y="0"/>
                  </a:lnTo>
                  <a:lnTo>
                    <a:pt x="5145178" y="548"/>
                  </a:lnTo>
                  <a:lnTo>
                    <a:pt x="5150698" y="1646"/>
                  </a:lnTo>
                  <a:lnTo>
                    <a:pt x="5156219" y="2744"/>
                  </a:lnTo>
                  <a:lnTo>
                    <a:pt x="5190610" y="21126"/>
                  </a:lnTo>
                  <a:lnTo>
                    <a:pt x="5194591" y="25107"/>
                  </a:lnTo>
                  <a:lnTo>
                    <a:pt x="5198571" y="29086"/>
                  </a:lnTo>
                  <a:lnTo>
                    <a:pt x="5202124" y="33416"/>
                  </a:lnTo>
                  <a:lnTo>
                    <a:pt x="5205251" y="38098"/>
                  </a:lnTo>
                  <a:lnTo>
                    <a:pt x="5208378" y="42776"/>
                  </a:lnTo>
                  <a:lnTo>
                    <a:pt x="5219699" y="80094"/>
                  </a:lnTo>
                  <a:lnTo>
                    <a:pt x="5219699" y="85724"/>
                  </a:lnTo>
                  <a:lnTo>
                    <a:pt x="5219699" y="2228849"/>
                  </a:lnTo>
                  <a:lnTo>
                    <a:pt x="5213173" y="2261650"/>
                  </a:lnTo>
                  <a:lnTo>
                    <a:pt x="5211019" y="2266849"/>
                  </a:lnTo>
                  <a:lnTo>
                    <a:pt x="5186280" y="2296996"/>
                  </a:lnTo>
                  <a:lnTo>
                    <a:pt x="5181600" y="2300122"/>
                  </a:lnTo>
                  <a:lnTo>
                    <a:pt x="5176919" y="2303249"/>
                  </a:lnTo>
                  <a:lnTo>
                    <a:pt x="5139603" y="2314572"/>
                  </a:lnTo>
                  <a:lnTo>
                    <a:pt x="5133974" y="2314574"/>
                  </a:lnTo>
                  <a:lnTo>
                    <a:pt x="85725" y="2314574"/>
                  </a:lnTo>
                  <a:lnTo>
                    <a:pt x="47719" y="2305891"/>
                  </a:lnTo>
                  <a:lnTo>
                    <a:pt x="38098" y="2300122"/>
                  </a:lnTo>
                  <a:lnTo>
                    <a:pt x="33418" y="2296996"/>
                  </a:lnTo>
                  <a:lnTo>
                    <a:pt x="14447" y="2276470"/>
                  </a:lnTo>
                  <a:lnTo>
                    <a:pt x="11320" y="2271789"/>
                  </a:lnTo>
                  <a:lnTo>
                    <a:pt x="8679" y="2266849"/>
                  </a:lnTo>
                  <a:lnTo>
                    <a:pt x="6525" y="2261650"/>
                  </a:lnTo>
                  <a:lnTo>
                    <a:pt x="4371" y="2256452"/>
                  </a:lnTo>
                  <a:lnTo>
                    <a:pt x="2745" y="2251092"/>
                  </a:lnTo>
                  <a:lnTo>
                    <a:pt x="1647" y="2245571"/>
                  </a:lnTo>
                  <a:lnTo>
                    <a:pt x="549" y="2240051"/>
                  </a:lnTo>
                  <a:lnTo>
                    <a:pt x="0" y="2234477"/>
                  </a:lnTo>
                  <a:lnTo>
                    <a:pt x="0" y="2228849"/>
                  </a:lnTo>
                  <a:close/>
                </a:path>
              </a:pathLst>
            </a:custGeom>
            <a:ln w="19049">
              <a:solidFill>
                <a:srgbClr val="BEDFD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6299" y="3552824"/>
              <a:ext cx="4819649" cy="2136672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286499" y="3409948"/>
            <a:ext cx="5238750" cy="2333625"/>
            <a:chOff x="6286499" y="3409948"/>
            <a:chExt cx="5238750" cy="2333625"/>
          </a:xfrm>
        </p:grpSpPr>
        <p:sp>
          <p:nvSpPr>
            <p:cNvPr id="20" name="object 20"/>
            <p:cNvSpPr/>
            <p:nvPr/>
          </p:nvSpPr>
          <p:spPr>
            <a:xfrm>
              <a:off x="6296024" y="3419473"/>
              <a:ext cx="5219700" cy="2314575"/>
            </a:xfrm>
            <a:custGeom>
              <a:avLst/>
              <a:gdLst/>
              <a:ahLst/>
              <a:cxnLst/>
              <a:rect l="l" t="t" r="r" b="b"/>
              <a:pathLst>
                <a:path w="5219700" h="2314575">
                  <a:moveTo>
                    <a:pt x="0" y="2228849"/>
                  </a:moveTo>
                  <a:lnTo>
                    <a:pt x="0" y="85724"/>
                  </a:lnTo>
                  <a:lnTo>
                    <a:pt x="0" y="80094"/>
                  </a:lnTo>
                  <a:lnTo>
                    <a:pt x="548" y="74518"/>
                  </a:lnTo>
                  <a:lnTo>
                    <a:pt x="1646" y="69000"/>
                  </a:lnTo>
                  <a:lnTo>
                    <a:pt x="2744" y="63477"/>
                  </a:lnTo>
                  <a:lnTo>
                    <a:pt x="4370" y="58117"/>
                  </a:lnTo>
                  <a:lnTo>
                    <a:pt x="6524" y="52918"/>
                  </a:lnTo>
                  <a:lnTo>
                    <a:pt x="8678" y="47715"/>
                  </a:lnTo>
                  <a:lnTo>
                    <a:pt x="11319" y="42776"/>
                  </a:lnTo>
                  <a:lnTo>
                    <a:pt x="14446" y="38095"/>
                  </a:lnTo>
                  <a:lnTo>
                    <a:pt x="17573" y="33414"/>
                  </a:lnTo>
                  <a:lnTo>
                    <a:pt x="21127" y="29086"/>
                  </a:lnTo>
                  <a:lnTo>
                    <a:pt x="25107" y="25107"/>
                  </a:lnTo>
                  <a:lnTo>
                    <a:pt x="29087" y="21129"/>
                  </a:lnTo>
                  <a:lnTo>
                    <a:pt x="52918" y="6525"/>
                  </a:lnTo>
                  <a:lnTo>
                    <a:pt x="58118" y="4369"/>
                  </a:lnTo>
                  <a:lnTo>
                    <a:pt x="63479" y="2744"/>
                  </a:lnTo>
                  <a:lnTo>
                    <a:pt x="69000" y="1646"/>
                  </a:lnTo>
                  <a:lnTo>
                    <a:pt x="74521" y="548"/>
                  </a:lnTo>
                  <a:lnTo>
                    <a:pt x="80096" y="0"/>
                  </a:lnTo>
                  <a:lnTo>
                    <a:pt x="85724" y="0"/>
                  </a:lnTo>
                  <a:lnTo>
                    <a:pt x="5133974" y="0"/>
                  </a:lnTo>
                  <a:lnTo>
                    <a:pt x="5139603" y="0"/>
                  </a:lnTo>
                  <a:lnTo>
                    <a:pt x="5145178" y="548"/>
                  </a:lnTo>
                  <a:lnTo>
                    <a:pt x="5150698" y="1646"/>
                  </a:lnTo>
                  <a:lnTo>
                    <a:pt x="5156218" y="2744"/>
                  </a:lnTo>
                  <a:lnTo>
                    <a:pt x="5161578" y="4369"/>
                  </a:lnTo>
                  <a:lnTo>
                    <a:pt x="5166778" y="6525"/>
                  </a:lnTo>
                  <a:lnTo>
                    <a:pt x="5171979" y="8678"/>
                  </a:lnTo>
                  <a:lnTo>
                    <a:pt x="5194590" y="25107"/>
                  </a:lnTo>
                  <a:lnTo>
                    <a:pt x="5198570" y="29086"/>
                  </a:lnTo>
                  <a:lnTo>
                    <a:pt x="5216953" y="63477"/>
                  </a:lnTo>
                  <a:lnTo>
                    <a:pt x="5219699" y="85724"/>
                  </a:lnTo>
                  <a:lnTo>
                    <a:pt x="5219699" y="2228849"/>
                  </a:lnTo>
                  <a:lnTo>
                    <a:pt x="5211018" y="2266851"/>
                  </a:lnTo>
                  <a:lnTo>
                    <a:pt x="5205250" y="2276472"/>
                  </a:lnTo>
                  <a:lnTo>
                    <a:pt x="5202123" y="2281153"/>
                  </a:lnTo>
                  <a:lnTo>
                    <a:pt x="5181599" y="2300124"/>
                  </a:lnTo>
                  <a:lnTo>
                    <a:pt x="5176919" y="2303252"/>
                  </a:lnTo>
                  <a:lnTo>
                    <a:pt x="5171979" y="2305891"/>
                  </a:lnTo>
                  <a:lnTo>
                    <a:pt x="5166778" y="2308045"/>
                  </a:lnTo>
                  <a:lnTo>
                    <a:pt x="5161578" y="2310200"/>
                  </a:lnTo>
                  <a:lnTo>
                    <a:pt x="5156218" y="2311825"/>
                  </a:lnTo>
                  <a:lnTo>
                    <a:pt x="5150698" y="2312924"/>
                  </a:lnTo>
                  <a:lnTo>
                    <a:pt x="5145178" y="2314023"/>
                  </a:lnTo>
                  <a:lnTo>
                    <a:pt x="5139603" y="2314572"/>
                  </a:lnTo>
                  <a:lnTo>
                    <a:pt x="5133974" y="2314574"/>
                  </a:lnTo>
                  <a:lnTo>
                    <a:pt x="85724" y="2314574"/>
                  </a:lnTo>
                  <a:lnTo>
                    <a:pt x="80096" y="2314572"/>
                  </a:lnTo>
                  <a:lnTo>
                    <a:pt x="74521" y="2314023"/>
                  </a:lnTo>
                  <a:lnTo>
                    <a:pt x="69000" y="2312924"/>
                  </a:lnTo>
                  <a:lnTo>
                    <a:pt x="63479" y="2311825"/>
                  </a:lnTo>
                  <a:lnTo>
                    <a:pt x="58118" y="2310200"/>
                  </a:lnTo>
                  <a:lnTo>
                    <a:pt x="52918" y="2308045"/>
                  </a:lnTo>
                  <a:lnTo>
                    <a:pt x="47718" y="2305891"/>
                  </a:lnTo>
                  <a:lnTo>
                    <a:pt x="42777" y="2303252"/>
                  </a:lnTo>
                  <a:lnTo>
                    <a:pt x="38097" y="2300124"/>
                  </a:lnTo>
                  <a:lnTo>
                    <a:pt x="33417" y="2296996"/>
                  </a:lnTo>
                  <a:lnTo>
                    <a:pt x="8678" y="2266851"/>
                  </a:lnTo>
                  <a:lnTo>
                    <a:pt x="6524" y="2261652"/>
                  </a:lnTo>
                  <a:lnTo>
                    <a:pt x="4370" y="2256452"/>
                  </a:lnTo>
                  <a:lnTo>
                    <a:pt x="2744" y="2251092"/>
                  </a:lnTo>
                  <a:lnTo>
                    <a:pt x="1646" y="2245571"/>
                  </a:lnTo>
                  <a:lnTo>
                    <a:pt x="548" y="2240051"/>
                  </a:lnTo>
                  <a:lnTo>
                    <a:pt x="0" y="2234477"/>
                  </a:lnTo>
                  <a:lnTo>
                    <a:pt x="0" y="2228849"/>
                  </a:lnTo>
                  <a:close/>
                </a:path>
              </a:pathLst>
            </a:custGeom>
            <a:ln w="19049">
              <a:solidFill>
                <a:srgbClr val="BEDFD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67524" y="3486149"/>
              <a:ext cx="4076699" cy="2181224"/>
            </a:xfrm>
            <a:prstGeom prst="rect">
              <a:avLst/>
            </a:prstGeom>
          </p:spPr>
        </p:pic>
      </p:grpSp>
      <p:sp>
        <p:nvSpPr>
          <p:cNvPr id="25" name="object 25"/>
          <p:cNvSpPr/>
          <p:nvPr/>
        </p:nvSpPr>
        <p:spPr>
          <a:xfrm>
            <a:off x="666749" y="5981698"/>
            <a:ext cx="10858500" cy="390525"/>
          </a:xfrm>
          <a:custGeom>
            <a:avLst/>
            <a:gdLst/>
            <a:ahLst/>
            <a:cxnLst/>
            <a:rect l="l" t="t" r="r" b="b"/>
            <a:pathLst>
              <a:path w="10858500" h="390525">
                <a:moveTo>
                  <a:pt x="10769503" y="390524"/>
                </a:moveTo>
                <a:lnTo>
                  <a:pt x="88995" y="390524"/>
                </a:lnTo>
                <a:lnTo>
                  <a:pt x="82801" y="389913"/>
                </a:lnTo>
                <a:lnTo>
                  <a:pt x="37131" y="370998"/>
                </a:lnTo>
                <a:lnTo>
                  <a:pt x="9643" y="337502"/>
                </a:lnTo>
                <a:lnTo>
                  <a:pt x="0" y="301528"/>
                </a:lnTo>
                <a:lnTo>
                  <a:pt x="0" y="295274"/>
                </a:lnTo>
                <a:lnTo>
                  <a:pt x="0" y="88994"/>
                </a:lnTo>
                <a:lnTo>
                  <a:pt x="12577" y="47529"/>
                </a:lnTo>
                <a:lnTo>
                  <a:pt x="47531" y="12573"/>
                </a:lnTo>
                <a:lnTo>
                  <a:pt x="88995" y="0"/>
                </a:lnTo>
                <a:lnTo>
                  <a:pt x="10769503" y="0"/>
                </a:lnTo>
                <a:lnTo>
                  <a:pt x="10810965" y="12573"/>
                </a:lnTo>
                <a:lnTo>
                  <a:pt x="10845919" y="47529"/>
                </a:lnTo>
                <a:lnTo>
                  <a:pt x="10858497" y="88994"/>
                </a:lnTo>
                <a:lnTo>
                  <a:pt x="10858497" y="301528"/>
                </a:lnTo>
                <a:lnTo>
                  <a:pt x="10845919" y="342990"/>
                </a:lnTo>
                <a:lnTo>
                  <a:pt x="10810965" y="377946"/>
                </a:lnTo>
                <a:lnTo>
                  <a:pt x="10775697" y="389913"/>
                </a:lnTo>
                <a:lnTo>
                  <a:pt x="10769503" y="390524"/>
                </a:lnTo>
                <a:close/>
              </a:path>
            </a:pathLst>
          </a:custGeom>
          <a:solidFill>
            <a:srgbClr val="D5F4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806449" y="6062463"/>
            <a:ext cx="8253730" cy="2108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00" spc="-35">
                <a:solidFill>
                  <a:srgbClr val="1C2A4E"/>
                </a:solidFill>
                <a:latin typeface="Lucida Sans Unicode"/>
                <a:cs typeface="Lucida Sans Unicode"/>
              </a:rPr>
              <a:t>L</a:t>
            </a:r>
            <a:r>
              <a:rPr dirty="0" sz="1050" spc="-35">
                <a:solidFill>
                  <a:srgbClr val="1C2A4E"/>
                </a:solidFill>
                <a:latin typeface="Lucida Sans Unicode"/>
                <a:cs typeface="Lucida Sans Unicode"/>
              </a:rPr>
              <a:t>o</a:t>
            </a:r>
            <a:r>
              <a:rPr dirty="0" sz="1100" spc="-35">
                <a:solidFill>
                  <a:srgbClr val="1C2A4E"/>
                </a:solidFill>
                <a:latin typeface="Lucida Sans Unicode"/>
                <a:cs typeface="Lucida Sans Unicode"/>
              </a:rPr>
              <a:t>gi</a:t>
            </a:r>
            <a:r>
              <a:rPr dirty="0" sz="1050" spc="-35">
                <a:solidFill>
                  <a:srgbClr val="1C2A4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35">
                <a:solidFill>
                  <a:srgbClr val="1C2A4E"/>
                </a:solidFill>
                <a:latin typeface="Lucida Sans Unicode"/>
                <a:cs typeface="Lucida Sans Unicode"/>
              </a:rPr>
              <a:t>i</a:t>
            </a:r>
            <a:r>
              <a:rPr dirty="0" sz="1050" spc="-35">
                <a:solidFill>
                  <a:srgbClr val="1C2A4E"/>
                </a:solidFill>
                <a:latin typeface="Lucida Sans Unicode"/>
                <a:cs typeface="Lucida Sans Unicode"/>
              </a:rPr>
              <a:t>m </a:t>
            </a:r>
            <a:r>
              <a:rPr dirty="0" sz="1100" spc="-25">
                <a:solidFill>
                  <a:srgbClr val="1C2A4E"/>
                </a:solidFill>
                <a:latin typeface="Lucida Sans Unicode"/>
                <a:cs typeface="Lucida Sans Unicode"/>
              </a:rPr>
              <a:t>e</a:t>
            </a:r>
            <a:r>
              <a:rPr dirty="0" sz="1050" spc="-25">
                <a:solidFill>
                  <a:srgbClr val="1C2A4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-25">
                <a:solidFill>
                  <a:srgbClr val="1C2A4E"/>
                </a:solidFill>
                <a:latin typeface="Lucida Sans Unicode"/>
                <a:cs typeface="Lucida Sans Unicode"/>
              </a:rPr>
              <a:t>able</a:t>
            </a:r>
            <a:r>
              <a:rPr dirty="0" sz="1050" spc="-25">
                <a:solidFill>
                  <a:srgbClr val="1C2A4E"/>
                </a:solidFill>
                <a:latin typeface="Lucida Sans Unicode"/>
                <a:cs typeface="Lucida Sans Unicode"/>
              </a:rPr>
              <a:t>s</a:t>
            </a:r>
            <a:r>
              <a:rPr dirty="0" sz="1050" spc="-3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0">
                <a:solidFill>
                  <a:srgbClr val="1C2A4E"/>
                </a:solidFill>
                <a:latin typeface="Lucida Sans Unicode"/>
                <a:cs typeface="Lucida Sans Unicode"/>
              </a:rPr>
              <a:t>i</a:t>
            </a:r>
            <a:r>
              <a:rPr dirty="0" sz="1050" spc="-30">
                <a:solidFill>
                  <a:srgbClr val="1C2A4E"/>
                </a:solidFill>
                <a:latin typeface="Lucida Sans Unicode"/>
                <a:cs typeface="Lucida Sans Unicode"/>
              </a:rPr>
              <a:t>nt</a:t>
            </a:r>
            <a:r>
              <a:rPr dirty="0" sz="1100" spc="-30">
                <a:solidFill>
                  <a:srgbClr val="1C2A4E"/>
                </a:solidFill>
                <a:latin typeface="Lucida Sans Unicode"/>
                <a:cs typeface="Lucida Sans Unicode"/>
              </a:rPr>
              <a:t>e</a:t>
            </a:r>
            <a:r>
              <a:rPr dirty="0" sz="1050" spc="-30">
                <a:solidFill>
                  <a:srgbClr val="1C2A4E"/>
                </a:solidFill>
                <a:latin typeface="Lucida Sans Unicode"/>
                <a:cs typeface="Lucida Sans Unicode"/>
              </a:rPr>
              <a:t>r</a:t>
            </a:r>
            <a:r>
              <a:rPr dirty="0" sz="1100" spc="-30">
                <a:solidFill>
                  <a:srgbClr val="1C2A4E"/>
                </a:solidFill>
                <a:latin typeface="Lucida Sans Unicode"/>
                <a:cs typeface="Lucida Sans Unicode"/>
              </a:rPr>
              <a:t>ac</a:t>
            </a:r>
            <a:r>
              <a:rPr dirty="0" sz="1050" spc="-30">
                <a:solidFill>
                  <a:srgbClr val="1C2A4E"/>
                </a:solidFill>
                <a:latin typeface="Lucida Sans Unicode"/>
                <a:cs typeface="Lucida Sans Unicode"/>
              </a:rPr>
              <a:t>t</a:t>
            </a:r>
            <a:r>
              <a:rPr dirty="0" sz="1100" spc="-30">
                <a:solidFill>
                  <a:srgbClr val="1C2A4E"/>
                </a:solidFill>
                <a:latin typeface="Lucida Sans Unicode"/>
                <a:cs typeface="Lucida Sans Unicode"/>
              </a:rPr>
              <a:t>i</a:t>
            </a:r>
            <a:r>
              <a:rPr dirty="0" sz="1050" spc="-30">
                <a:solidFill>
                  <a:srgbClr val="1C2A4E"/>
                </a:solidFill>
                <a:latin typeface="Lucida Sans Unicode"/>
                <a:cs typeface="Lucida Sans Unicode"/>
              </a:rPr>
              <a:t>v</a:t>
            </a:r>
            <a:r>
              <a:rPr dirty="0" sz="1100" spc="-30">
                <a:solidFill>
                  <a:srgbClr val="1C2A4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5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45">
                <a:solidFill>
                  <a:srgbClr val="1C2A4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45">
                <a:solidFill>
                  <a:srgbClr val="1C2A4E"/>
                </a:solidFill>
                <a:latin typeface="Lucida Sans Unicode"/>
                <a:cs typeface="Lucida Sans Unicode"/>
              </a:rPr>
              <a:t>i</a:t>
            </a:r>
            <a:r>
              <a:rPr dirty="0" sz="1050" spc="-45">
                <a:solidFill>
                  <a:srgbClr val="1C2A4E"/>
                </a:solidFill>
                <a:latin typeface="Lucida Sans Unicode"/>
                <a:cs typeface="Lucida Sans Unicode"/>
              </a:rPr>
              <a:t>mu</a:t>
            </a:r>
            <a:r>
              <a:rPr dirty="0" sz="1100" spc="-45">
                <a:solidFill>
                  <a:srgbClr val="1C2A4E"/>
                </a:solidFill>
                <a:latin typeface="Lucida Sans Unicode"/>
                <a:cs typeface="Lucida Sans Unicode"/>
              </a:rPr>
              <a:t>la</a:t>
            </a:r>
            <a:r>
              <a:rPr dirty="0" sz="1050" spc="-45">
                <a:solidFill>
                  <a:srgbClr val="1C2A4E"/>
                </a:solidFill>
                <a:latin typeface="Lucida Sans Unicode"/>
                <a:cs typeface="Lucida Sans Unicode"/>
              </a:rPr>
              <a:t>t</a:t>
            </a:r>
            <a:r>
              <a:rPr dirty="0" sz="1100" spc="-45">
                <a:solidFill>
                  <a:srgbClr val="1C2A4E"/>
                </a:solidFill>
                <a:latin typeface="Lucida Sans Unicode"/>
                <a:cs typeface="Lucida Sans Unicode"/>
              </a:rPr>
              <a:t>i</a:t>
            </a:r>
            <a:r>
              <a:rPr dirty="0" sz="1050" spc="-45">
                <a:solidFill>
                  <a:srgbClr val="1C2A4E"/>
                </a:solidFill>
                <a:latin typeface="Lucida Sans Unicode"/>
                <a:cs typeface="Lucida Sans Unicode"/>
              </a:rPr>
              <a:t>on</a:t>
            </a:r>
            <a:r>
              <a:rPr dirty="0" sz="105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5">
                <a:solidFill>
                  <a:srgbClr val="1C2A4E"/>
                </a:solidFill>
                <a:latin typeface="Lucida Sans Unicode"/>
                <a:cs typeface="Lucida Sans Unicode"/>
              </a:rPr>
              <a:t>—</a:t>
            </a:r>
            <a:r>
              <a:rPr dirty="0" sz="1200" spc="-19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40">
                <a:solidFill>
                  <a:srgbClr val="1C2A4E"/>
                </a:solidFill>
                <a:latin typeface="Lucida Sans Unicode"/>
                <a:cs typeface="Lucida Sans Unicode"/>
              </a:rPr>
              <a:t>to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ggle</a:t>
            </a:r>
            <a:r>
              <a:rPr dirty="0" sz="1100" spc="-5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1C2A4E"/>
                </a:solidFill>
                <a:latin typeface="Lucida Sans Unicode"/>
                <a:cs typeface="Lucida Sans Unicode"/>
              </a:rPr>
              <a:t>a</a:t>
            </a:r>
            <a:r>
              <a:rPr dirty="0" sz="1050">
                <a:solidFill>
                  <a:srgbClr val="1C2A4E"/>
                </a:solidFill>
                <a:latin typeface="Lucida Sans Unicode"/>
                <a:cs typeface="Lucida Sans Unicode"/>
              </a:rPr>
              <a:t>ny</a:t>
            </a:r>
            <a:r>
              <a:rPr dirty="0" sz="1050" spc="-6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i</a:t>
            </a:r>
            <a:r>
              <a:rPr dirty="0" sz="1050" spc="-40">
                <a:solidFill>
                  <a:srgbClr val="1C2A4E"/>
                </a:solidFill>
                <a:latin typeface="Lucida Sans Unicode"/>
                <a:cs typeface="Lucida Sans Unicode"/>
              </a:rPr>
              <a:t>nput</a:t>
            </a:r>
            <a:r>
              <a:rPr dirty="0" sz="1050" spc="-5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a</a:t>
            </a:r>
            <a:r>
              <a:rPr dirty="0" sz="1050" spc="-40">
                <a:solidFill>
                  <a:srgbClr val="1C2A4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d</a:t>
            </a:r>
            <a:r>
              <a:rPr dirty="0" sz="1100" spc="-2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0">
                <a:solidFill>
                  <a:srgbClr val="1C2A4E"/>
                </a:solidFill>
                <a:latin typeface="Lucida Sans Unicode"/>
                <a:cs typeface="Lucida Sans Unicode"/>
              </a:rPr>
              <a:t>i</a:t>
            </a:r>
            <a:r>
              <a:rPr dirty="0" sz="1050" spc="-30">
                <a:solidFill>
                  <a:srgbClr val="1C2A4E"/>
                </a:solidFill>
                <a:latin typeface="Lucida Sans Unicode"/>
                <a:cs typeface="Lucida Sans Unicode"/>
              </a:rPr>
              <a:t>nst</a:t>
            </a:r>
            <a:r>
              <a:rPr dirty="0" sz="1100" spc="-30">
                <a:solidFill>
                  <a:srgbClr val="1C2A4E"/>
                </a:solidFill>
                <a:latin typeface="Lucida Sans Unicode"/>
                <a:cs typeface="Lucida Sans Unicode"/>
              </a:rPr>
              <a:t>a</a:t>
            </a:r>
            <a:r>
              <a:rPr dirty="0" sz="1050" spc="-30">
                <a:solidFill>
                  <a:srgbClr val="1C2A4E"/>
                </a:solidFill>
                <a:latin typeface="Lucida Sans Unicode"/>
                <a:cs typeface="Lucida Sans Unicode"/>
              </a:rPr>
              <a:t>nt</a:t>
            </a:r>
            <a:r>
              <a:rPr dirty="0" sz="1100" spc="-30">
                <a:solidFill>
                  <a:srgbClr val="1C2A4E"/>
                </a:solidFill>
                <a:latin typeface="Lucida Sans Unicode"/>
                <a:cs typeface="Lucida Sans Unicode"/>
              </a:rPr>
              <a:t>l</a:t>
            </a:r>
            <a:r>
              <a:rPr dirty="0" sz="1050" spc="-30">
                <a:solidFill>
                  <a:srgbClr val="1C2A4E"/>
                </a:solidFill>
                <a:latin typeface="Lucida Sans Unicode"/>
                <a:cs typeface="Lucida Sans Unicode"/>
              </a:rPr>
              <a:t>y</a:t>
            </a:r>
            <a:r>
              <a:rPr dirty="0" sz="1050" spc="-6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10">
                <a:solidFill>
                  <a:srgbClr val="1C2A4E"/>
                </a:solidFill>
                <a:latin typeface="Lucida Sans Unicode"/>
                <a:cs typeface="Lucida Sans Unicode"/>
              </a:rPr>
              <a:t>o</a:t>
            </a:r>
            <a:r>
              <a:rPr dirty="0" sz="1100" spc="-10">
                <a:solidFill>
                  <a:srgbClr val="1C2A4E"/>
                </a:solidFill>
                <a:latin typeface="Lucida Sans Unicode"/>
                <a:cs typeface="Lucida Sans Unicode"/>
              </a:rPr>
              <a:t>b</a:t>
            </a:r>
            <a:r>
              <a:rPr dirty="0" sz="1050" spc="-10">
                <a:solidFill>
                  <a:srgbClr val="1C2A4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10">
                <a:solidFill>
                  <a:srgbClr val="1C2A4E"/>
                </a:solidFill>
                <a:latin typeface="Lucida Sans Unicode"/>
                <a:cs typeface="Lucida Sans Unicode"/>
              </a:rPr>
              <a:t>e</a:t>
            </a:r>
            <a:r>
              <a:rPr dirty="0" sz="1050" spc="-10">
                <a:solidFill>
                  <a:srgbClr val="1C2A4E"/>
                </a:solidFill>
                <a:latin typeface="Lucida Sans Unicode"/>
                <a:cs typeface="Lucida Sans Unicode"/>
              </a:rPr>
              <a:t>rv</a:t>
            </a:r>
            <a:r>
              <a:rPr dirty="0" sz="1100" spc="-10">
                <a:solidFill>
                  <a:srgbClr val="1C2A4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5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1C2A4E"/>
                </a:solidFill>
                <a:latin typeface="Lucida Sans Unicode"/>
                <a:cs typeface="Lucida Sans Unicode"/>
              </a:rPr>
              <a:t>h</a:t>
            </a:r>
            <a:r>
              <a:rPr dirty="0" sz="1050" spc="-10">
                <a:solidFill>
                  <a:srgbClr val="1C2A4E"/>
                </a:solidFill>
                <a:latin typeface="Lucida Sans Unicode"/>
                <a:cs typeface="Lucida Sans Unicode"/>
              </a:rPr>
              <a:t>ow</a:t>
            </a:r>
            <a:r>
              <a:rPr dirty="0" sz="1050" spc="-8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1C2A4E"/>
                </a:solidFill>
                <a:latin typeface="Lucida Sans Unicode"/>
                <a:cs typeface="Lucida Sans Unicode"/>
              </a:rPr>
              <a:t>S</a:t>
            </a:r>
            <a:r>
              <a:rPr dirty="0" sz="1050">
                <a:solidFill>
                  <a:srgbClr val="1C2A4E"/>
                </a:solidFill>
                <a:latin typeface="Lucida Sans Unicode"/>
                <a:cs typeface="Lucida Sans Unicode"/>
              </a:rPr>
              <a:t>um</a:t>
            </a:r>
            <a:r>
              <a:rPr dirty="0" sz="1050" spc="-3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a</a:t>
            </a:r>
            <a:r>
              <a:rPr dirty="0" sz="1050" spc="-40">
                <a:solidFill>
                  <a:srgbClr val="1C2A4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d</a:t>
            </a:r>
            <a:r>
              <a:rPr dirty="0" sz="1100" spc="-20">
                <a:solidFill>
                  <a:srgbClr val="1C2A4E"/>
                </a:solidFill>
                <a:latin typeface="Lucida Sans Unicode"/>
                <a:cs typeface="Lucida Sans Unicode"/>
              </a:rPr>
              <a:t> C</a:t>
            </a:r>
            <a:r>
              <a:rPr dirty="0" sz="1050" spc="-20">
                <a:solidFill>
                  <a:srgbClr val="1C2A4E"/>
                </a:solidFill>
                <a:latin typeface="Lucida Sans Unicode"/>
                <a:cs typeface="Lucida Sans Unicode"/>
              </a:rPr>
              <a:t>out</a:t>
            </a:r>
            <a:r>
              <a:rPr dirty="0" sz="1050" spc="-5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30">
                <a:solidFill>
                  <a:srgbClr val="1C2A4E"/>
                </a:solidFill>
                <a:latin typeface="Lucida Sans Unicode"/>
                <a:cs typeface="Lucida Sans Unicode"/>
              </a:rPr>
              <a:t>r</a:t>
            </a:r>
            <a:r>
              <a:rPr dirty="0" sz="1100" spc="-30">
                <a:solidFill>
                  <a:srgbClr val="1C2A4E"/>
                </a:solidFill>
                <a:latin typeface="Lucida Sans Unicode"/>
                <a:cs typeface="Lucida Sans Unicode"/>
              </a:rPr>
              <a:t>e</a:t>
            </a:r>
            <a:r>
              <a:rPr dirty="0" sz="1050" spc="-30">
                <a:solidFill>
                  <a:srgbClr val="1C2A4E"/>
                </a:solidFill>
                <a:latin typeface="Lucida Sans Unicode"/>
                <a:cs typeface="Lucida Sans Unicode"/>
              </a:rPr>
              <a:t>spon</a:t>
            </a:r>
            <a:r>
              <a:rPr dirty="0" sz="1100" spc="-30">
                <a:solidFill>
                  <a:srgbClr val="1C2A4E"/>
                </a:solidFill>
                <a:latin typeface="Lucida Sans Unicode"/>
                <a:cs typeface="Lucida Sans Unicode"/>
              </a:rPr>
              <a:t>d</a:t>
            </a:r>
            <a:r>
              <a:rPr dirty="0" sz="1100" spc="-2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1C2A4E"/>
                </a:solidFill>
                <a:latin typeface="Lucida Sans Unicode"/>
                <a:cs typeface="Lucida Sans Unicode"/>
              </a:rPr>
              <a:t>ac</a:t>
            </a:r>
            <a:r>
              <a:rPr dirty="0" sz="1050">
                <a:solidFill>
                  <a:srgbClr val="1C2A4E"/>
                </a:solidFill>
                <a:latin typeface="Lucida Sans Unicode"/>
                <a:cs typeface="Lucida Sans Unicode"/>
              </a:rPr>
              <a:t>ross</a:t>
            </a:r>
            <a:r>
              <a:rPr dirty="0" sz="1050" spc="-2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55">
                <a:solidFill>
                  <a:srgbClr val="1C2A4E"/>
                </a:solidFill>
                <a:latin typeface="Lucida Sans Unicode"/>
                <a:cs typeface="Lucida Sans Unicode"/>
              </a:rPr>
              <a:t>all</a:t>
            </a:r>
            <a:r>
              <a:rPr dirty="0" sz="1100" spc="1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ga</a:t>
            </a:r>
            <a:r>
              <a:rPr dirty="0" sz="1050" spc="-40">
                <a:solidFill>
                  <a:srgbClr val="1C2A4E"/>
                </a:solidFill>
                <a:latin typeface="Lucida Sans Unicode"/>
                <a:cs typeface="Lucida Sans Unicode"/>
              </a:rPr>
              <a:t>t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5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10">
                <a:solidFill>
                  <a:srgbClr val="1C2A4E"/>
                </a:solidFill>
                <a:latin typeface="Lucida Sans Unicode"/>
                <a:cs typeface="Lucida Sans Unicode"/>
              </a:rPr>
              <a:t>st</a:t>
            </a:r>
            <a:r>
              <a:rPr dirty="0" sz="1100" spc="-10">
                <a:solidFill>
                  <a:srgbClr val="1C2A4E"/>
                </a:solidFill>
                <a:latin typeface="Lucida Sans Unicode"/>
                <a:cs typeface="Lucida Sans Unicode"/>
              </a:rPr>
              <a:t>age</a:t>
            </a:r>
            <a:r>
              <a:rPr dirty="0" sz="1050" spc="-10">
                <a:solidFill>
                  <a:srgbClr val="1C2A4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10">
                <a:solidFill>
                  <a:srgbClr val="1C2A4E"/>
                </a:solidFill>
                <a:latin typeface="Lucida Sans Unicode"/>
                <a:cs typeface="Lucida Sans Unicode"/>
              </a:rPr>
              <a:t>.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50"/>
              <a:t>Si</a:t>
            </a:r>
            <a:r>
              <a:rPr dirty="0"/>
              <a:t>mu</a:t>
            </a:r>
            <a:r>
              <a:rPr dirty="0" sz="3150"/>
              <a:t>la</a:t>
            </a:r>
            <a:r>
              <a:rPr dirty="0"/>
              <a:t>t</a:t>
            </a:r>
            <a:r>
              <a:rPr dirty="0" sz="3150"/>
              <a:t>i</a:t>
            </a:r>
            <a:r>
              <a:rPr dirty="0"/>
              <a:t>on</a:t>
            </a:r>
            <a:r>
              <a:rPr dirty="0" spc="-245"/>
              <a:t> </a:t>
            </a:r>
            <a:r>
              <a:rPr dirty="0" sz="3150" spc="-10"/>
              <a:t>Re</a:t>
            </a:r>
            <a:r>
              <a:rPr dirty="0" spc="-10"/>
              <a:t>su</a:t>
            </a:r>
            <a:r>
              <a:rPr dirty="0" sz="3150" spc="-10"/>
              <a:t>l</a:t>
            </a:r>
            <a:r>
              <a:rPr dirty="0" spc="-10"/>
              <a:t>ts</a:t>
            </a:r>
            <a:endParaRPr sz="3150"/>
          </a:p>
        </p:txBody>
      </p:sp>
      <p:sp>
        <p:nvSpPr>
          <p:cNvPr id="3" name="object 3"/>
          <p:cNvSpPr txBox="1"/>
          <p:nvPr/>
        </p:nvSpPr>
        <p:spPr>
          <a:xfrm>
            <a:off x="654050" y="918238"/>
            <a:ext cx="991869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2E3D6E"/>
                </a:solidFill>
                <a:latin typeface="Arial"/>
                <a:cs typeface="Arial"/>
              </a:rPr>
              <a:t>Ha</a:t>
            </a:r>
            <a:r>
              <a:rPr dirty="0" sz="1550" spc="-25" b="1">
                <a:solidFill>
                  <a:srgbClr val="2E3D6E"/>
                </a:solidFill>
                <a:latin typeface="Arial"/>
                <a:cs typeface="Arial"/>
              </a:rPr>
              <a:t>lf</a:t>
            </a:r>
            <a:r>
              <a:rPr dirty="0" sz="1550" spc="-130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2E3D6E"/>
                </a:solidFill>
                <a:latin typeface="Arial"/>
                <a:cs typeface="Arial"/>
              </a:rPr>
              <a:t>A</a:t>
            </a:r>
            <a:r>
              <a:rPr dirty="0" sz="1550" spc="-10" b="1">
                <a:solidFill>
                  <a:srgbClr val="2E3D6E"/>
                </a:solidFill>
                <a:latin typeface="Arial"/>
                <a:cs typeface="Arial"/>
              </a:rPr>
              <a:t>dde</a:t>
            </a:r>
            <a:r>
              <a:rPr dirty="0" sz="1450" spc="-10" b="1">
                <a:solidFill>
                  <a:srgbClr val="2E3D6E"/>
                </a:solidFill>
                <a:latin typeface="Arial"/>
                <a:cs typeface="Arial"/>
              </a:rPr>
              <a:t>r</a:t>
            </a:r>
            <a:endParaRPr sz="1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0" y="918238"/>
            <a:ext cx="94170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65" b="1">
                <a:solidFill>
                  <a:srgbClr val="2E3D6E"/>
                </a:solidFill>
                <a:latin typeface="Arial"/>
                <a:cs typeface="Arial"/>
              </a:rPr>
              <a:t>F</a:t>
            </a:r>
            <a:r>
              <a:rPr dirty="0" sz="1450" spc="-65" b="1">
                <a:solidFill>
                  <a:srgbClr val="2E3D6E"/>
                </a:solidFill>
                <a:latin typeface="Arial"/>
                <a:cs typeface="Arial"/>
              </a:rPr>
              <a:t>u</a:t>
            </a:r>
            <a:r>
              <a:rPr dirty="0" sz="1550" spc="-65" b="1">
                <a:solidFill>
                  <a:srgbClr val="2E3D6E"/>
                </a:solidFill>
                <a:latin typeface="Arial"/>
                <a:cs typeface="Arial"/>
              </a:rPr>
              <a:t>ll</a:t>
            </a:r>
            <a:r>
              <a:rPr dirty="0" sz="1550" spc="-80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2E3D6E"/>
                </a:solidFill>
                <a:latin typeface="Arial"/>
                <a:cs typeface="Arial"/>
              </a:rPr>
              <a:t>A</a:t>
            </a:r>
            <a:r>
              <a:rPr dirty="0" sz="1550" spc="-10" b="1">
                <a:solidFill>
                  <a:srgbClr val="2E3D6E"/>
                </a:solidFill>
                <a:latin typeface="Arial"/>
                <a:cs typeface="Arial"/>
              </a:rPr>
              <a:t>dde</a:t>
            </a:r>
            <a:r>
              <a:rPr dirty="0" sz="1450" spc="-10" b="1">
                <a:solidFill>
                  <a:srgbClr val="2E3D6E"/>
                </a:solidFill>
                <a:latin typeface="Arial"/>
                <a:cs typeface="Arial"/>
              </a:rPr>
              <a:t>r</a:t>
            </a:r>
            <a:endParaRPr sz="14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49" y="1276348"/>
            <a:ext cx="3238499" cy="2790824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038599" y="1271586"/>
          <a:ext cx="1943100" cy="1640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5275"/>
                <a:gridCol w="295275"/>
                <a:gridCol w="571500"/>
                <a:gridCol w="695325"/>
              </a:tblGrid>
              <a:tr h="32829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000" spc="-5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B="0" marT="73025">
                    <a:lnB w="9525">
                      <a:solidFill>
                        <a:srgbClr val="BEDFD5"/>
                      </a:solidFill>
                      <a:prstDash val="solid"/>
                    </a:lnB>
                    <a:solidFill>
                      <a:srgbClr val="25A685"/>
                    </a:solidFill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000" spc="-5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B="0" marT="73025">
                    <a:lnB w="9525">
                      <a:solidFill>
                        <a:srgbClr val="BEDFD5"/>
                      </a:solidFill>
                      <a:prstDash val="solid"/>
                    </a:lnB>
                    <a:solidFill>
                      <a:srgbClr val="25A685"/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</a:t>
                      </a:r>
                      <a:r>
                        <a:rPr dirty="0" sz="950" spc="-25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um</a:t>
                      </a:r>
                      <a:endParaRPr sz="950">
                        <a:latin typeface="Lucida Sans"/>
                        <a:cs typeface="Lucida Sans"/>
                      </a:endParaRPr>
                    </a:p>
                  </a:txBody>
                  <a:tcPr marL="0" marR="0" marB="0" marT="73025">
                    <a:lnB w="9525">
                      <a:solidFill>
                        <a:srgbClr val="BEDFD5"/>
                      </a:solidFill>
                      <a:prstDash val="solid"/>
                    </a:lnB>
                    <a:solidFill>
                      <a:srgbClr val="25A685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Ca</a:t>
                      </a:r>
                      <a:r>
                        <a:rPr dirty="0" sz="950" spc="-1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rry</a:t>
                      </a:r>
                      <a:endParaRPr sz="950">
                        <a:latin typeface="Lucida Sans"/>
                        <a:cs typeface="Lucida Sans"/>
                      </a:endParaRPr>
                    </a:p>
                  </a:txBody>
                  <a:tcPr marL="0" marR="0" marB="0" marT="73025">
                    <a:lnB w="9525">
                      <a:solidFill>
                        <a:srgbClr val="BEDFD5"/>
                      </a:solidFill>
                      <a:prstDash val="solid"/>
                    </a:lnB>
                    <a:solidFill>
                      <a:srgbClr val="25A685"/>
                    </a:solidFill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8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6499" y="1276348"/>
            <a:ext cx="3238499" cy="27908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54050" y="4078645"/>
            <a:ext cx="3154680" cy="3594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100"/>
              </a:lnSpc>
              <a:spcBef>
                <a:spcPts val="95"/>
              </a:spcBef>
            </a:pPr>
            <a:r>
              <a:rPr dirty="0" sz="950" spc="-35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900" spc="-35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950" spc="-35">
                <a:solidFill>
                  <a:srgbClr val="2E3D6E"/>
                </a:solidFill>
                <a:latin typeface="Lucida Sans Unicode"/>
                <a:cs typeface="Lucida Sans Unicode"/>
              </a:rPr>
              <a:t>gi</a:t>
            </a:r>
            <a:r>
              <a:rPr dirty="0" sz="900" spc="-3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950" spc="-3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900" spc="-35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9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45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900" spc="-45">
                <a:solidFill>
                  <a:srgbClr val="2E3D6E"/>
                </a:solidFill>
                <a:latin typeface="Lucida Sans Unicode"/>
                <a:cs typeface="Lucida Sans Unicode"/>
              </a:rPr>
              <a:t>om</a:t>
            </a:r>
            <a:r>
              <a:rPr dirty="0" sz="950" spc="-45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900" spc="-4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950" spc="-4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900" spc="-4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950" spc="-4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900" spc="-45">
                <a:solidFill>
                  <a:srgbClr val="2E3D6E"/>
                </a:solidFill>
                <a:latin typeface="Lucida Sans Unicode"/>
                <a:cs typeface="Lucida Sans Unicode"/>
              </a:rPr>
              <a:t>on</a:t>
            </a:r>
            <a:r>
              <a:rPr dirty="0" sz="950" spc="-45">
                <a:solidFill>
                  <a:srgbClr val="2E3D6E"/>
                </a:solidFill>
                <a:latin typeface="Lucida Sans Unicode"/>
                <a:cs typeface="Lucida Sans Unicode"/>
              </a:rPr>
              <a:t>al</a:t>
            </a:r>
            <a:r>
              <a:rPr dirty="0" sz="950" spc="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2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900" spc="-2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950" spc="-25">
                <a:solidFill>
                  <a:srgbClr val="2E3D6E"/>
                </a:solidFill>
                <a:latin typeface="Lucida Sans Unicode"/>
                <a:cs typeface="Lucida Sans Unicode"/>
              </a:rPr>
              <a:t>al</a:t>
            </a:r>
            <a:r>
              <a:rPr dirty="0" sz="900" spc="-25">
                <a:solidFill>
                  <a:srgbClr val="2E3D6E"/>
                </a:solidFill>
                <a:latin typeface="Lucida Sans Unicode"/>
                <a:cs typeface="Lucida Sans Unicode"/>
              </a:rPr>
              <a:t>ys</a:t>
            </a:r>
            <a:r>
              <a:rPr dirty="0" sz="950" spc="-2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900" spc="-25">
                <a:solidFill>
                  <a:srgbClr val="2E3D6E"/>
                </a:solidFill>
                <a:latin typeface="Lucida Sans Unicode"/>
                <a:cs typeface="Lucida Sans Unicode"/>
              </a:rPr>
              <a:t>s </a:t>
            </a:r>
            <a:r>
              <a:rPr dirty="0" sz="950">
                <a:solidFill>
                  <a:srgbClr val="2E3D6E"/>
                </a:solidFill>
                <a:latin typeface="Lucida Sans Unicode"/>
                <a:cs typeface="Lucida Sans Unicode"/>
              </a:rPr>
              <a:t>–</a:t>
            </a:r>
            <a:r>
              <a:rPr dirty="0" sz="950" spc="-9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55">
                <a:solidFill>
                  <a:srgbClr val="2E3D6E"/>
                </a:solidFill>
                <a:latin typeface="Lucida Sans Unicode"/>
                <a:cs typeface="Lucida Sans Unicode"/>
              </a:rPr>
              <a:t>trut</a:t>
            </a:r>
            <a:r>
              <a:rPr dirty="0" sz="950" spc="-55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950" spc="-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4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950" spc="-40">
                <a:solidFill>
                  <a:srgbClr val="2E3D6E"/>
                </a:solidFill>
                <a:latin typeface="Lucida Sans Unicode"/>
                <a:cs typeface="Lucida Sans Unicode"/>
              </a:rPr>
              <a:t>able</a:t>
            </a:r>
            <a:r>
              <a:rPr dirty="0" sz="95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10">
                <a:solidFill>
                  <a:srgbClr val="2E3D6E"/>
                </a:solidFill>
                <a:latin typeface="Lucida Sans Unicode"/>
                <a:cs typeface="Lucida Sans Unicode"/>
              </a:rPr>
              <a:t>(</a:t>
            </a:r>
            <a:r>
              <a:rPr dirty="0" sz="900" spc="-10">
                <a:solidFill>
                  <a:srgbClr val="2E3D6E"/>
                </a:solidFill>
                <a:latin typeface="Lucida Sans Unicode"/>
                <a:cs typeface="Lucida Sans Unicode"/>
              </a:rPr>
              <a:t>x</a:t>
            </a:r>
            <a:r>
              <a:rPr dirty="0" sz="9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305">
                <a:solidFill>
                  <a:srgbClr val="2E3D6E"/>
                </a:solidFill>
                <a:latin typeface="Lucida Sans Unicode"/>
                <a:cs typeface="Lucida Sans Unicode"/>
              </a:rPr>
              <a:t>=</a:t>
            </a:r>
            <a:r>
              <a:rPr dirty="0" sz="1050" spc="-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2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900" spc="-20">
                <a:solidFill>
                  <a:srgbClr val="2E3D6E"/>
                </a:solidFill>
                <a:latin typeface="Lucida Sans Unicode"/>
                <a:cs typeface="Lucida Sans Unicode"/>
              </a:rPr>
              <a:t>um</a:t>
            </a:r>
            <a:r>
              <a:rPr dirty="0" sz="950" spc="-20">
                <a:solidFill>
                  <a:srgbClr val="2E3D6E"/>
                </a:solidFill>
                <a:latin typeface="Lucida Sans Unicode"/>
                <a:cs typeface="Lucida Sans Unicode"/>
              </a:rPr>
              <a:t>,</a:t>
            </a:r>
            <a:r>
              <a:rPr dirty="0" sz="950" spc="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50">
                <a:solidFill>
                  <a:srgbClr val="2E3D6E"/>
                </a:solidFill>
                <a:latin typeface="Lucida Sans Unicode"/>
                <a:cs typeface="Lucida Sans Unicode"/>
              </a:rPr>
              <a:t>y</a:t>
            </a:r>
            <a:r>
              <a:rPr dirty="0" sz="900" spc="-5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355">
                <a:solidFill>
                  <a:srgbClr val="2E3D6E"/>
                </a:solidFill>
                <a:latin typeface="Lucida Sans Unicode"/>
                <a:cs typeface="Lucida Sans Unicode"/>
              </a:rPr>
              <a:t>=</a:t>
            </a:r>
            <a:r>
              <a:rPr dirty="0" sz="1050" spc="-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10">
                <a:solidFill>
                  <a:srgbClr val="2E3D6E"/>
                </a:solidFill>
                <a:latin typeface="Lucida Sans Unicode"/>
                <a:cs typeface="Lucida Sans Unicode"/>
              </a:rPr>
              <a:t>Ca</a:t>
            </a:r>
            <a:r>
              <a:rPr dirty="0" sz="900" spc="-10">
                <a:solidFill>
                  <a:srgbClr val="2E3D6E"/>
                </a:solidFill>
                <a:latin typeface="Lucida Sans Unicode"/>
                <a:cs typeface="Lucida Sans Unicode"/>
              </a:rPr>
              <a:t>rry</a:t>
            </a:r>
            <a:r>
              <a:rPr dirty="0" sz="950" spc="-10">
                <a:solidFill>
                  <a:srgbClr val="2E3D6E"/>
                </a:solidFill>
                <a:latin typeface="Lucida Sans Unicode"/>
                <a:cs typeface="Lucida Sans Unicode"/>
              </a:rPr>
              <a:t>)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73800" y="4102868"/>
            <a:ext cx="2407920" cy="173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50" spc="-35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900" spc="-35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950" spc="-35">
                <a:solidFill>
                  <a:srgbClr val="2E3D6E"/>
                </a:solidFill>
                <a:latin typeface="Lucida Sans Unicode"/>
                <a:cs typeface="Lucida Sans Unicode"/>
              </a:rPr>
              <a:t>gi</a:t>
            </a:r>
            <a:r>
              <a:rPr dirty="0" sz="900" spc="-3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950" spc="-3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900" spc="-35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900" spc="-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45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900" spc="-45">
                <a:solidFill>
                  <a:srgbClr val="2E3D6E"/>
                </a:solidFill>
                <a:latin typeface="Lucida Sans Unicode"/>
                <a:cs typeface="Lucida Sans Unicode"/>
              </a:rPr>
              <a:t>om</a:t>
            </a:r>
            <a:r>
              <a:rPr dirty="0" sz="950" spc="-45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900" spc="-4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950" spc="-4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900" spc="-4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950" spc="-4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900" spc="-45">
                <a:solidFill>
                  <a:srgbClr val="2E3D6E"/>
                </a:solidFill>
                <a:latin typeface="Lucida Sans Unicode"/>
                <a:cs typeface="Lucida Sans Unicode"/>
              </a:rPr>
              <a:t>on</a:t>
            </a:r>
            <a:r>
              <a:rPr dirty="0" sz="950" spc="-45">
                <a:solidFill>
                  <a:srgbClr val="2E3D6E"/>
                </a:solidFill>
                <a:latin typeface="Lucida Sans Unicode"/>
                <a:cs typeface="Lucida Sans Unicode"/>
              </a:rPr>
              <a:t>al</a:t>
            </a:r>
            <a:r>
              <a:rPr dirty="0" sz="950" spc="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2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900" spc="-2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950" spc="-25">
                <a:solidFill>
                  <a:srgbClr val="2E3D6E"/>
                </a:solidFill>
                <a:latin typeface="Lucida Sans Unicode"/>
                <a:cs typeface="Lucida Sans Unicode"/>
              </a:rPr>
              <a:t>al</a:t>
            </a:r>
            <a:r>
              <a:rPr dirty="0" sz="900" spc="-25">
                <a:solidFill>
                  <a:srgbClr val="2E3D6E"/>
                </a:solidFill>
                <a:latin typeface="Lucida Sans Unicode"/>
                <a:cs typeface="Lucida Sans Unicode"/>
              </a:rPr>
              <a:t>ys</a:t>
            </a:r>
            <a:r>
              <a:rPr dirty="0" sz="950" spc="-2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900" spc="-2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900" spc="-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2E3D6E"/>
                </a:solidFill>
                <a:latin typeface="Lucida Sans Unicode"/>
                <a:cs typeface="Lucida Sans Unicode"/>
              </a:rPr>
              <a:t>–</a:t>
            </a:r>
            <a:r>
              <a:rPr dirty="0" sz="950" spc="-8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55">
                <a:solidFill>
                  <a:srgbClr val="2E3D6E"/>
                </a:solidFill>
                <a:latin typeface="Lucida Sans Unicode"/>
                <a:cs typeface="Lucida Sans Unicode"/>
              </a:rPr>
              <a:t>trut</a:t>
            </a:r>
            <a:r>
              <a:rPr dirty="0" sz="950" spc="-55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950" spc="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2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950" spc="-20">
                <a:solidFill>
                  <a:srgbClr val="2E3D6E"/>
                </a:solidFill>
                <a:latin typeface="Lucida Sans Unicode"/>
                <a:cs typeface="Lucida Sans Unicode"/>
              </a:rPr>
              <a:t>able</a:t>
            </a:r>
            <a:endParaRPr sz="950">
              <a:latin typeface="Lucida Sans Unicode"/>
              <a:cs typeface="Lucida Sans Unicode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658349" y="1271586"/>
          <a:ext cx="1943100" cy="2952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650"/>
                <a:gridCol w="238125"/>
                <a:gridCol w="390525"/>
                <a:gridCol w="476250"/>
                <a:gridCol w="504825"/>
              </a:tblGrid>
              <a:tr h="328295">
                <a:tc>
                  <a:txBody>
                    <a:bodyPr/>
                    <a:lstStyle/>
                    <a:p>
                      <a:pPr algn="ctr" marR="4635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000" spc="-5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B="0" marT="73025">
                    <a:lnB w="9525">
                      <a:solidFill>
                        <a:srgbClr val="BEDFD5"/>
                      </a:solidFill>
                      <a:prstDash val="solid"/>
                    </a:lnB>
                    <a:solidFill>
                      <a:srgbClr val="25A685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55244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000" spc="-5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</a:t>
                      </a:r>
                      <a:endParaRPr sz="1000">
                        <a:latin typeface="Lucida Sans"/>
                        <a:cs typeface="Lucida Sans"/>
                      </a:endParaRPr>
                    </a:p>
                  </a:txBody>
                  <a:tcPr marL="0" marR="0" marB="0" marT="73025">
                    <a:lnB w="9525">
                      <a:solidFill>
                        <a:srgbClr val="BEDFD5"/>
                      </a:solidFill>
                      <a:prstDash val="solid"/>
                    </a:lnB>
                    <a:solidFill>
                      <a:srgbClr val="25A685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</a:t>
                      </a:r>
                      <a:r>
                        <a:rPr dirty="0" sz="1050" spc="-25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i</a:t>
                      </a:r>
                      <a:r>
                        <a:rPr dirty="0" sz="950" spc="-25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</a:t>
                      </a:r>
                      <a:endParaRPr sz="950">
                        <a:latin typeface="Lucida Sans"/>
                        <a:cs typeface="Lucida Sans"/>
                      </a:endParaRPr>
                    </a:p>
                  </a:txBody>
                  <a:tcPr marL="0" marR="0" marB="0" marT="66675">
                    <a:lnB w="9525">
                      <a:solidFill>
                        <a:srgbClr val="BEDFD5"/>
                      </a:solidFill>
                      <a:prstDash val="solid"/>
                    </a:lnB>
                    <a:solidFill>
                      <a:srgbClr val="25A685"/>
                    </a:solidFill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000" spc="-25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</a:t>
                      </a:r>
                      <a:r>
                        <a:rPr dirty="0" sz="950" spc="-25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um</a:t>
                      </a:r>
                      <a:endParaRPr sz="950">
                        <a:latin typeface="Lucida Sans"/>
                        <a:cs typeface="Lucida Sans"/>
                      </a:endParaRPr>
                    </a:p>
                  </a:txBody>
                  <a:tcPr marL="0" marR="0" marB="0" marT="73025">
                    <a:lnB w="9525">
                      <a:solidFill>
                        <a:srgbClr val="BEDFD5"/>
                      </a:solidFill>
                      <a:prstDash val="solid"/>
                    </a:lnB>
                    <a:solidFill>
                      <a:srgbClr val="25A685"/>
                    </a:solidFill>
                  </a:tcPr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1000" spc="-2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</a:t>
                      </a:r>
                      <a:r>
                        <a:rPr dirty="0" sz="950" spc="-20" b="1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out</a:t>
                      </a:r>
                      <a:endParaRPr sz="950">
                        <a:latin typeface="Lucida Sans"/>
                        <a:cs typeface="Lucida Sans"/>
                      </a:endParaRPr>
                    </a:p>
                  </a:txBody>
                  <a:tcPr marL="0" marR="0" marB="0" marT="73025">
                    <a:lnB w="9525">
                      <a:solidFill>
                        <a:srgbClr val="BEDFD5"/>
                      </a:solidFill>
                      <a:prstDash val="solid"/>
                    </a:lnB>
                    <a:solidFill>
                      <a:srgbClr val="25A685"/>
                    </a:solidFill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algn="ctr" marR="5778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27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ctr" marR="5778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27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algn="ctr" marR="5778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699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ctr" marR="5778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699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algn="ctr" marR="920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27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ctr" marR="920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27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algn="ctr" marR="920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699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0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ctr" marR="9207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699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000" spc="-350">
                          <a:solidFill>
                            <a:srgbClr val="2E3D6E"/>
                          </a:solidFill>
                          <a:latin typeface="Lucida Sans Unicode"/>
                          <a:cs typeface="Lucida Sans Unicode"/>
                        </a:rPr>
                        <a:t>1</a:t>
                      </a:r>
                      <a:endParaRPr sz="10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77470">
                    <a:lnL w="9525">
                      <a:solidFill>
                        <a:srgbClr val="BEDFD5"/>
                      </a:solidFill>
                      <a:prstDash val="solid"/>
                    </a:lnL>
                    <a:lnR w="9525">
                      <a:solidFill>
                        <a:srgbClr val="BEDFD5"/>
                      </a:solidFill>
                      <a:prstDash val="solid"/>
                    </a:lnR>
                    <a:lnT w="9525">
                      <a:solidFill>
                        <a:srgbClr val="BEDFD5"/>
                      </a:solidFill>
                      <a:prstDash val="solid"/>
                    </a:lnT>
                    <a:lnB w="9525">
                      <a:solidFill>
                        <a:srgbClr val="BEDFD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666749" y="5143498"/>
            <a:ext cx="10858500" cy="409575"/>
          </a:xfrm>
          <a:custGeom>
            <a:avLst/>
            <a:gdLst/>
            <a:ahLst/>
            <a:cxnLst/>
            <a:rect l="l" t="t" r="r" b="b"/>
            <a:pathLst>
              <a:path w="10858500" h="409575">
                <a:moveTo>
                  <a:pt x="10769503" y="409573"/>
                </a:moveTo>
                <a:lnTo>
                  <a:pt x="88995" y="409573"/>
                </a:lnTo>
                <a:lnTo>
                  <a:pt x="82801" y="408960"/>
                </a:lnTo>
                <a:lnTo>
                  <a:pt x="37131" y="390045"/>
                </a:lnTo>
                <a:lnTo>
                  <a:pt x="9643" y="356550"/>
                </a:lnTo>
                <a:lnTo>
                  <a:pt x="0" y="320578"/>
                </a:lnTo>
                <a:lnTo>
                  <a:pt x="0" y="314324"/>
                </a:lnTo>
                <a:lnTo>
                  <a:pt x="0" y="88994"/>
                </a:lnTo>
                <a:lnTo>
                  <a:pt x="12577" y="47529"/>
                </a:lnTo>
                <a:lnTo>
                  <a:pt x="47531" y="12573"/>
                </a:lnTo>
                <a:lnTo>
                  <a:pt x="88995" y="0"/>
                </a:lnTo>
                <a:lnTo>
                  <a:pt x="10769503" y="0"/>
                </a:lnTo>
                <a:lnTo>
                  <a:pt x="10810965" y="12573"/>
                </a:lnTo>
                <a:lnTo>
                  <a:pt x="10845919" y="47526"/>
                </a:lnTo>
                <a:lnTo>
                  <a:pt x="10858497" y="88994"/>
                </a:lnTo>
                <a:lnTo>
                  <a:pt x="10858497" y="320578"/>
                </a:lnTo>
                <a:lnTo>
                  <a:pt x="10845919" y="362038"/>
                </a:lnTo>
                <a:lnTo>
                  <a:pt x="10810965" y="396996"/>
                </a:lnTo>
                <a:lnTo>
                  <a:pt x="10775697" y="408963"/>
                </a:lnTo>
                <a:lnTo>
                  <a:pt x="10769503" y="409573"/>
                </a:lnTo>
                <a:close/>
              </a:path>
            </a:pathLst>
          </a:custGeom>
          <a:solidFill>
            <a:srgbClr val="D5F4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06449" y="5222775"/>
            <a:ext cx="767715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0">
                <a:solidFill>
                  <a:srgbClr val="1C2A4E"/>
                </a:solidFill>
                <a:latin typeface="Lucida Sans Unicode"/>
                <a:cs typeface="Lucida Sans Unicode"/>
              </a:rPr>
              <a:t>Si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mu</a:t>
            </a:r>
            <a:r>
              <a:rPr dirty="0" sz="1200" spc="-40">
                <a:solidFill>
                  <a:srgbClr val="1C2A4E"/>
                </a:solidFill>
                <a:latin typeface="Lucida Sans Unicode"/>
                <a:cs typeface="Lucida Sans Unicode"/>
              </a:rPr>
              <a:t>la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40">
                <a:solidFill>
                  <a:srgbClr val="1C2A4E"/>
                </a:solidFill>
                <a:latin typeface="Lucida Sans Unicode"/>
                <a:cs typeface="Lucida Sans Unicode"/>
              </a:rPr>
              <a:t>ed</a:t>
            </a:r>
            <a:r>
              <a:rPr dirty="0" sz="1200" spc="-2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1C2A4E"/>
                </a:solidFill>
                <a:latin typeface="Lucida Sans Unicode"/>
                <a:cs typeface="Lucida Sans Unicode"/>
              </a:rPr>
              <a:t>outputs</a:t>
            </a:r>
            <a:r>
              <a:rPr dirty="0" sz="1100" spc="-1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1C2A4E"/>
                </a:solidFill>
                <a:latin typeface="Lucida Sans Unicode"/>
                <a:cs typeface="Lucida Sans Unicode"/>
              </a:rPr>
              <a:t>f</a:t>
            </a:r>
            <a:r>
              <a:rPr dirty="0" sz="1100" spc="-20">
                <a:solidFill>
                  <a:srgbClr val="1C2A4E"/>
                </a:solidFill>
                <a:latin typeface="Lucida Sans Unicode"/>
                <a:cs typeface="Lucida Sans Unicode"/>
              </a:rPr>
              <a:t>or</a:t>
            </a:r>
            <a:r>
              <a:rPr dirty="0" sz="1100" spc="-3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1C2A4E"/>
                </a:solidFill>
                <a:latin typeface="Lucida Sans Unicode"/>
                <a:cs typeface="Lucida Sans Unicode"/>
              </a:rPr>
              <a:t>e</a:t>
            </a:r>
            <a:r>
              <a:rPr dirty="0" sz="1100">
                <a:solidFill>
                  <a:srgbClr val="1C2A4E"/>
                </a:solidFill>
                <a:latin typeface="Lucida Sans Unicode"/>
                <a:cs typeface="Lucida Sans Unicode"/>
              </a:rPr>
              <a:t>v</a:t>
            </a:r>
            <a:r>
              <a:rPr dirty="0" sz="1200">
                <a:solidFill>
                  <a:srgbClr val="1C2A4E"/>
                </a:solidFill>
                <a:latin typeface="Lucida Sans Unicode"/>
                <a:cs typeface="Lucida Sans Unicode"/>
              </a:rPr>
              <a:t>e</a:t>
            </a:r>
            <a:r>
              <a:rPr dirty="0" sz="1100">
                <a:solidFill>
                  <a:srgbClr val="1C2A4E"/>
                </a:solidFill>
                <a:latin typeface="Lucida Sans Unicode"/>
                <a:cs typeface="Lucida Sans Unicode"/>
              </a:rPr>
              <a:t>ry</a:t>
            </a:r>
            <a:r>
              <a:rPr dirty="0" sz="1100" spc="-5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5">
                <a:solidFill>
                  <a:srgbClr val="1C2A4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35">
                <a:solidFill>
                  <a:srgbClr val="1C2A4E"/>
                </a:solidFill>
                <a:latin typeface="Lucida Sans Unicode"/>
                <a:cs typeface="Lucida Sans Unicode"/>
              </a:rPr>
              <a:t>nput </a:t>
            </a:r>
            <a:r>
              <a:rPr dirty="0" sz="1200" spc="-40">
                <a:solidFill>
                  <a:srgbClr val="1C2A4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om</a:t>
            </a:r>
            <a:r>
              <a:rPr dirty="0" sz="1200" spc="-40">
                <a:solidFill>
                  <a:srgbClr val="1C2A4E"/>
                </a:solidFill>
                <a:latin typeface="Lucida Sans Unicode"/>
                <a:cs typeface="Lucida Sans Unicode"/>
              </a:rPr>
              <a:t>bi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40">
                <a:solidFill>
                  <a:srgbClr val="1C2A4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40">
                <a:solidFill>
                  <a:srgbClr val="1C2A4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on</a:t>
            </a:r>
            <a:r>
              <a:rPr dirty="0" sz="1100" spc="2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55">
                <a:solidFill>
                  <a:srgbClr val="1C2A4E"/>
                </a:solidFill>
                <a:latin typeface="Lucida Sans Unicode"/>
                <a:cs typeface="Lucida Sans Unicode"/>
              </a:rPr>
              <a:t>m</a:t>
            </a:r>
            <a:r>
              <a:rPr dirty="0" sz="1200" spc="-55">
                <a:solidFill>
                  <a:srgbClr val="1C2A4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55">
                <a:solidFill>
                  <a:srgbClr val="1C2A4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55">
                <a:solidFill>
                  <a:srgbClr val="1C2A4E"/>
                </a:solidFill>
                <a:latin typeface="Lucida Sans Unicode"/>
                <a:cs typeface="Lucida Sans Unicode"/>
              </a:rPr>
              <a:t>ch</a:t>
            </a:r>
            <a:r>
              <a:rPr dirty="0" sz="1200" spc="-2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1C2A4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1C2A4E"/>
                </a:solidFill>
                <a:latin typeface="Lucida Sans Unicode"/>
                <a:cs typeface="Lucida Sans Unicode"/>
              </a:rPr>
              <a:t>he</a:t>
            </a:r>
            <a:r>
              <a:rPr dirty="0" sz="1200" spc="-5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5">
                <a:solidFill>
                  <a:srgbClr val="1C2A4E"/>
                </a:solidFill>
                <a:latin typeface="Lucida Sans Unicode"/>
                <a:cs typeface="Lucida Sans Unicode"/>
              </a:rPr>
              <a:t>trut</a:t>
            </a:r>
            <a:r>
              <a:rPr dirty="0" sz="1200" spc="-65">
                <a:solidFill>
                  <a:srgbClr val="1C2A4E"/>
                </a:solidFill>
                <a:latin typeface="Lucida Sans Unicode"/>
                <a:cs typeface="Lucida Sans Unicode"/>
              </a:rPr>
              <a:t>h</a:t>
            </a:r>
            <a:r>
              <a:rPr dirty="0" sz="1200" spc="-2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1C2A4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1C2A4E"/>
                </a:solidFill>
                <a:latin typeface="Lucida Sans Unicode"/>
                <a:cs typeface="Lucida Sans Unicode"/>
              </a:rPr>
              <a:t>able</a:t>
            </a:r>
            <a:r>
              <a:rPr dirty="0" sz="1100" spc="-60">
                <a:solidFill>
                  <a:srgbClr val="1C2A4E"/>
                </a:solidFill>
                <a:latin typeface="Lucida Sans Unicode"/>
                <a:cs typeface="Lucida Sans Unicode"/>
              </a:rPr>
              <a:t>s</a:t>
            </a:r>
            <a:r>
              <a:rPr dirty="0" sz="1300" spc="-60">
                <a:solidFill>
                  <a:srgbClr val="1C2A4E"/>
                </a:solidFill>
                <a:latin typeface="Lucida Sans Unicode"/>
                <a:cs typeface="Lucida Sans Unicode"/>
              </a:rPr>
              <a:t>,</a:t>
            </a:r>
            <a:r>
              <a:rPr dirty="0" sz="1300" spc="-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0">
                <a:solidFill>
                  <a:srgbClr val="1C2A4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on</a:t>
            </a:r>
            <a:r>
              <a:rPr dirty="0" sz="1200" spc="-40">
                <a:solidFill>
                  <a:srgbClr val="1C2A4E"/>
                </a:solidFill>
                <a:latin typeface="Lucida Sans Unicode"/>
                <a:cs typeface="Lucida Sans Unicode"/>
              </a:rPr>
              <a:t>fi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rm</a:t>
            </a:r>
            <a:r>
              <a:rPr dirty="0" sz="1200" spc="-40">
                <a:solidFill>
                  <a:srgbClr val="1C2A4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0">
                <a:solidFill>
                  <a:srgbClr val="1C2A4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40">
                <a:solidFill>
                  <a:srgbClr val="1C2A4E"/>
                </a:solidFill>
                <a:latin typeface="Lucida Sans Unicode"/>
                <a:cs typeface="Lucida Sans Unicode"/>
              </a:rPr>
              <a:t>g</a:t>
            </a:r>
            <a:r>
              <a:rPr dirty="0" sz="1200" spc="-2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5">
                <a:solidFill>
                  <a:srgbClr val="1C2A4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5">
                <a:solidFill>
                  <a:srgbClr val="1C2A4E"/>
                </a:solidFill>
                <a:latin typeface="Lucida Sans Unicode"/>
                <a:cs typeface="Lucida Sans Unicode"/>
              </a:rPr>
              <a:t>ha</a:t>
            </a:r>
            <a:r>
              <a:rPr dirty="0" sz="1100" spc="-65">
                <a:solidFill>
                  <a:srgbClr val="1C2A4E"/>
                </a:solidFill>
                <a:latin typeface="Lucida Sans Unicode"/>
                <a:cs typeface="Lucida Sans Unicode"/>
              </a:rPr>
              <a:t>t</a:t>
            </a:r>
            <a:r>
              <a:rPr dirty="0" sz="1100" spc="-3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5">
                <a:solidFill>
                  <a:srgbClr val="1C2A4E"/>
                </a:solidFill>
                <a:latin typeface="Lucida Sans Unicode"/>
                <a:cs typeface="Lucida Sans Unicode"/>
              </a:rPr>
              <a:t>b</a:t>
            </a:r>
            <a:r>
              <a:rPr dirty="0" sz="1100" spc="-65">
                <a:solidFill>
                  <a:srgbClr val="1C2A4E"/>
                </a:solidFill>
                <a:latin typeface="Lucida Sans Unicode"/>
                <a:cs typeface="Lucida Sans Unicode"/>
              </a:rPr>
              <a:t>ot</a:t>
            </a:r>
            <a:r>
              <a:rPr dirty="0" sz="1200" spc="-65">
                <a:solidFill>
                  <a:srgbClr val="1C2A4E"/>
                </a:solidFill>
                <a:latin typeface="Lucida Sans Unicode"/>
                <a:cs typeface="Lucida Sans Unicode"/>
              </a:rPr>
              <a:t>h</a:t>
            </a:r>
            <a:r>
              <a:rPr dirty="0" sz="1200" spc="-1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1C2A4E"/>
                </a:solidFill>
                <a:latin typeface="Lucida Sans Unicode"/>
                <a:cs typeface="Lucida Sans Unicode"/>
              </a:rPr>
              <a:t>ci</a:t>
            </a:r>
            <a:r>
              <a:rPr dirty="0" sz="1100" spc="-25">
                <a:solidFill>
                  <a:srgbClr val="1C2A4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25">
                <a:solidFill>
                  <a:srgbClr val="1C2A4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25">
                <a:solidFill>
                  <a:srgbClr val="1C2A4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25">
                <a:solidFill>
                  <a:srgbClr val="1C2A4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25">
                <a:solidFill>
                  <a:srgbClr val="1C2A4E"/>
                </a:solidFill>
                <a:latin typeface="Lucida Sans Unicode"/>
                <a:cs typeface="Lucida Sans Unicode"/>
              </a:rPr>
              <a:t>ts</a:t>
            </a:r>
            <a:r>
              <a:rPr dirty="0" sz="1100" spc="-15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1C2A4E"/>
                </a:solidFill>
                <a:latin typeface="Lucida Sans Unicode"/>
                <a:cs typeface="Lucida Sans Unicode"/>
              </a:rPr>
              <a:t>wor</a:t>
            </a:r>
            <a:r>
              <a:rPr dirty="0" sz="1200" spc="-10">
                <a:solidFill>
                  <a:srgbClr val="1C2A4E"/>
                </a:solidFill>
                <a:latin typeface="Lucida Sans Unicode"/>
                <a:cs typeface="Lucida Sans Unicode"/>
              </a:rPr>
              <a:t>k</a:t>
            </a:r>
            <a:r>
              <a:rPr dirty="0" sz="1200" spc="-90">
                <a:solidFill>
                  <a:srgbClr val="1C2A4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1C2A4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10">
                <a:solidFill>
                  <a:srgbClr val="1C2A4E"/>
                </a:solidFill>
                <a:latin typeface="Lucida Sans Unicode"/>
                <a:cs typeface="Lucida Sans Unicode"/>
              </a:rPr>
              <a:t>orr</a:t>
            </a:r>
            <a:r>
              <a:rPr dirty="0" sz="1200" spc="-10">
                <a:solidFill>
                  <a:srgbClr val="1C2A4E"/>
                </a:solidFill>
                <a:latin typeface="Lucida Sans Unicode"/>
                <a:cs typeface="Lucida Sans Unicode"/>
              </a:rPr>
              <a:t>ec</a:t>
            </a:r>
            <a:r>
              <a:rPr dirty="0" sz="1100" spc="-10">
                <a:solidFill>
                  <a:srgbClr val="1C2A4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10">
                <a:solidFill>
                  <a:srgbClr val="1C2A4E"/>
                </a:solidFill>
                <a:latin typeface="Lucida Sans Unicode"/>
                <a:cs typeface="Lucida Sans Unicode"/>
              </a:rPr>
              <a:t>l</a:t>
            </a:r>
            <a:r>
              <a:rPr dirty="0" sz="1100" spc="-10">
                <a:solidFill>
                  <a:srgbClr val="1C2A4E"/>
                </a:solidFill>
                <a:latin typeface="Lucida Sans Unicode"/>
                <a:cs typeface="Lucida Sans Unicode"/>
              </a:rPr>
              <a:t>y</a:t>
            </a:r>
            <a:r>
              <a:rPr dirty="0" sz="1300" spc="-10">
                <a:solidFill>
                  <a:srgbClr val="1C2A4E"/>
                </a:solidFill>
                <a:latin typeface="Lucida Sans Unicode"/>
                <a:cs typeface="Lucida Sans Unicode"/>
              </a:rPr>
              <a:t>.</a:t>
            </a:r>
            <a:endParaRPr sz="13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4095750" cy="6858000"/>
            <a:chOff x="0" y="-1"/>
            <a:chExt cx="409575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-1"/>
              <a:ext cx="4095750" cy="6858000"/>
            </a:xfrm>
            <a:custGeom>
              <a:avLst/>
              <a:gdLst/>
              <a:ahLst/>
              <a:cxnLst/>
              <a:rect l="l" t="t" r="r" b="b"/>
              <a:pathLst>
                <a:path w="4095750" h="6858000">
                  <a:moveTo>
                    <a:pt x="409574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4095749" y="0"/>
                  </a:lnTo>
                  <a:lnTo>
                    <a:pt x="4095749" y="6857999"/>
                  </a:lnTo>
                  <a:close/>
                </a:path>
              </a:pathLst>
            </a:custGeom>
            <a:solidFill>
              <a:srgbClr val="D5F4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750" y="1619249"/>
              <a:ext cx="3619499" cy="4819649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3822065">
              <a:lnSpc>
                <a:spcPct val="100000"/>
              </a:lnSpc>
              <a:spcBef>
                <a:spcPts val="140"/>
              </a:spcBef>
            </a:pPr>
            <a:r>
              <a:rPr dirty="0" sz="3150" spc="-25"/>
              <a:t>C</a:t>
            </a:r>
            <a:r>
              <a:rPr dirty="0" spc="-25"/>
              <a:t>on</a:t>
            </a:r>
            <a:r>
              <a:rPr dirty="0" sz="3150" spc="-25"/>
              <a:t>cl</a:t>
            </a:r>
            <a:r>
              <a:rPr dirty="0" spc="-25"/>
              <a:t>us</a:t>
            </a:r>
            <a:r>
              <a:rPr dirty="0" sz="3150" spc="-25"/>
              <a:t>i</a:t>
            </a:r>
            <a:r>
              <a:rPr dirty="0" spc="-25"/>
              <a:t>on</a:t>
            </a:r>
            <a:r>
              <a:rPr dirty="0" spc="-310"/>
              <a:t> </a:t>
            </a:r>
            <a:r>
              <a:rPr dirty="0" sz="3150" spc="-20"/>
              <a:t>a</a:t>
            </a:r>
            <a:r>
              <a:rPr dirty="0" spc="-20"/>
              <a:t>n</a:t>
            </a:r>
            <a:r>
              <a:rPr dirty="0" sz="3150" spc="-20"/>
              <a:t>d</a:t>
            </a:r>
            <a:r>
              <a:rPr dirty="0" sz="3150" spc="-385"/>
              <a:t> </a:t>
            </a:r>
            <a:r>
              <a:rPr dirty="0" sz="3150" spc="-10"/>
              <a:t>A</a:t>
            </a:r>
            <a:r>
              <a:rPr dirty="0" spc="-10"/>
              <a:t>pp</a:t>
            </a:r>
            <a:r>
              <a:rPr dirty="0" sz="3150" spc="-10"/>
              <a:t>lica</a:t>
            </a:r>
            <a:r>
              <a:rPr dirty="0" spc="-10"/>
              <a:t>t</a:t>
            </a:r>
            <a:r>
              <a:rPr dirty="0" sz="3150" spc="-10"/>
              <a:t>i</a:t>
            </a:r>
            <a:r>
              <a:rPr dirty="0" spc="-10"/>
              <a:t>ons</a:t>
            </a:r>
            <a:endParaRPr sz="3150"/>
          </a:p>
        </p:txBody>
      </p:sp>
      <p:grpSp>
        <p:nvGrpSpPr>
          <p:cNvPr id="6" name="object 6"/>
          <p:cNvGrpSpPr/>
          <p:nvPr/>
        </p:nvGrpSpPr>
        <p:grpSpPr>
          <a:xfrm>
            <a:off x="4476749" y="952498"/>
            <a:ext cx="323850" cy="323850"/>
            <a:chOff x="4476749" y="952498"/>
            <a:chExt cx="323850" cy="323850"/>
          </a:xfrm>
        </p:grpSpPr>
        <p:sp>
          <p:nvSpPr>
            <p:cNvPr id="7" name="object 7"/>
            <p:cNvSpPr/>
            <p:nvPr/>
          </p:nvSpPr>
          <p:spPr>
            <a:xfrm>
              <a:off x="4481512" y="957261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247577" y="314323"/>
                  </a:moveTo>
                  <a:lnTo>
                    <a:pt x="66746" y="314323"/>
                  </a:lnTo>
                  <a:lnTo>
                    <a:pt x="62101" y="313864"/>
                  </a:lnTo>
                  <a:lnTo>
                    <a:pt x="24240" y="296718"/>
                  </a:lnTo>
                  <a:lnTo>
                    <a:pt x="2287" y="261419"/>
                  </a:lnTo>
                  <a:lnTo>
                    <a:pt x="0" y="247577"/>
                  </a:lnTo>
                  <a:lnTo>
                    <a:pt x="0" y="242887"/>
                  </a:lnTo>
                  <a:lnTo>
                    <a:pt x="0" y="66744"/>
                  </a:lnTo>
                  <a:lnTo>
                    <a:pt x="14644" y="27844"/>
                  </a:lnTo>
                  <a:lnTo>
                    <a:pt x="48432" y="3641"/>
                  </a:lnTo>
                  <a:lnTo>
                    <a:pt x="66746" y="0"/>
                  </a:lnTo>
                  <a:lnTo>
                    <a:pt x="247577" y="0"/>
                  </a:lnTo>
                  <a:lnTo>
                    <a:pt x="286475" y="14643"/>
                  </a:lnTo>
                  <a:lnTo>
                    <a:pt x="310681" y="48429"/>
                  </a:lnTo>
                  <a:lnTo>
                    <a:pt x="314324" y="66744"/>
                  </a:lnTo>
                  <a:lnTo>
                    <a:pt x="314324" y="247577"/>
                  </a:lnTo>
                  <a:lnTo>
                    <a:pt x="299678" y="286472"/>
                  </a:lnTo>
                  <a:lnTo>
                    <a:pt x="265891" y="310680"/>
                  </a:lnTo>
                  <a:lnTo>
                    <a:pt x="252223" y="313866"/>
                  </a:lnTo>
                  <a:lnTo>
                    <a:pt x="247577" y="314323"/>
                  </a:lnTo>
                  <a:close/>
                </a:path>
              </a:pathLst>
            </a:custGeom>
            <a:solidFill>
              <a:srgbClr val="D5F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481512" y="957261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0" y="24288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6"/>
                  </a:lnTo>
                  <a:lnTo>
                    <a:pt x="12038" y="31744"/>
                  </a:lnTo>
                  <a:lnTo>
                    <a:pt x="14644" y="27844"/>
                  </a:lnTo>
                  <a:lnTo>
                    <a:pt x="17606" y="24235"/>
                  </a:lnTo>
                  <a:lnTo>
                    <a:pt x="20923" y="20919"/>
                  </a:lnTo>
                  <a:lnTo>
                    <a:pt x="24240" y="17603"/>
                  </a:lnTo>
                  <a:lnTo>
                    <a:pt x="27848" y="14640"/>
                  </a:lnTo>
                  <a:lnTo>
                    <a:pt x="31748" y="12033"/>
                  </a:lnTo>
                  <a:lnTo>
                    <a:pt x="35648" y="9426"/>
                  </a:lnTo>
                  <a:lnTo>
                    <a:pt x="39765" y="7227"/>
                  </a:lnTo>
                  <a:lnTo>
                    <a:pt x="44099" y="5434"/>
                  </a:lnTo>
                  <a:lnTo>
                    <a:pt x="48432" y="3641"/>
                  </a:lnTo>
                  <a:lnTo>
                    <a:pt x="52899" y="2285"/>
                  </a:lnTo>
                  <a:lnTo>
                    <a:pt x="57500" y="1371"/>
                  </a:lnTo>
                  <a:lnTo>
                    <a:pt x="62100" y="458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242887" y="0"/>
                  </a:lnTo>
                  <a:lnTo>
                    <a:pt x="247577" y="0"/>
                  </a:lnTo>
                  <a:lnTo>
                    <a:pt x="252223" y="458"/>
                  </a:lnTo>
                  <a:lnTo>
                    <a:pt x="256823" y="1371"/>
                  </a:lnTo>
                  <a:lnTo>
                    <a:pt x="261424" y="2285"/>
                  </a:lnTo>
                  <a:lnTo>
                    <a:pt x="265891" y="3641"/>
                  </a:lnTo>
                  <a:lnTo>
                    <a:pt x="270224" y="5434"/>
                  </a:lnTo>
                  <a:lnTo>
                    <a:pt x="274558" y="7227"/>
                  </a:lnTo>
                  <a:lnTo>
                    <a:pt x="278675" y="9429"/>
                  </a:lnTo>
                  <a:lnTo>
                    <a:pt x="282575" y="12036"/>
                  </a:lnTo>
                  <a:lnTo>
                    <a:pt x="286475" y="14643"/>
                  </a:lnTo>
                  <a:lnTo>
                    <a:pt x="290084" y="17603"/>
                  </a:lnTo>
                  <a:lnTo>
                    <a:pt x="293400" y="20919"/>
                  </a:lnTo>
                  <a:lnTo>
                    <a:pt x="296717" y="24235"/>
                  </a:lnTo>
                  <a:lnTo>
                    <a:pt x="299678" y="27842"/>
                  </a:lnTo>
                  <a:lnTo>
                    <a:pt x="302284" y="31742"/>
                  </a:lnTo>
                  <a:lnTo>
                    <a:pt x="304890" y="35641"/>
                  </a:lnTo>
                  <a:lnTo>
                    <a:pt x="307091" y="39760"/>
                  </a:lnTo>
                  <a:lnTo>
                    <a:pt x="308886" y="44095"/>
                  </a:lnTo>
                  <a:lnTo>
                    <a:pt x="310681" y="48429"/>
                  </a:lnTo>
                  <a:lnTo>
                    <a:pt x="314324" y="71437"/>
                  </a:lnTo>
                  <a:lnTo>
                    <a:pt x="314324" y="242887"/>
                  </a:lnTo>
                  <a:lnTo>
                    <a:pt x="314324" y="247577"/>
                  </a:lnTo>
                  <a:lnTo>
                    <a:pt x="313866" y="252221"/>
                  </a:lnTo>
                  <a:lnTo>
                    <a:pt x="312951" y="256821"/>
                  </a:lnTo>
                  <a:lnTo>
                    <a:pt x="312036" y="261419"/>
                  </a:lnTo>
                  <a:lnTo>
                    <a:pt x="310681" y="265886"/>
                  </a:lnTo>
                  <a:lnTo>
                    <a:pt x="308886" y="270220"/>
                  </a:lnTo>
                  <a:lnTo>
                    <a:pt x="307091" y="274555"/>
                  </a:lnTo>
                  <a:lnTo>
                    <a:pt x="304890" y="278673"/>
                  </a:lnTo>
                  <a:lnTo>
                    <a:pt x="302284" y="282573"/>
                  </a:lnTo>
                  <a:lnTo>
                    <a:pt x="299678" y="286472"/>
                  </a:lnTo>
                  <a:lnTo>
                    <a:pt x="282575" y="302283"/>
                  </a:lnTo>
                  <a:lnTo>
                    <a:pt x="278675" y="304890"/>
                  </a:lnTo>
                  <a:lnTo>
                    <a:pt x="242887" y="314324"/>
                  </a:lnTo>
                  <a:lnTo>
                    <a:pt x="71437" y="314324"/>
                  </a:lnTo>
                  <a:lnTo>
                    <a:pt x="66746" y="314323"/>
                  </a:lnTo>
                  <a:lnTo>
                    <a:pt x="62101" y="313864"/>
                  </a:lnTo>
                  <a:lnTo>
                    <a:pt x="57500" y="312950"/>
                  </a:lnTo>
                  <a:lnTo>
                    <a:pt x="52899" y="312037"/>
                  </a:lnTo>
                  <a:lnTo>
                    <a:pt x="31748" y="302283"/>
                  </a:lnTo>
                  <a:lnTo>
                    <a:pt x="27848" y="299679"/>
                  </a:lnTo>
                  <a:lnTo>
                    <a:pt x="24240" y="296718"/>
                  </a:lnTo>
                  <a:lnTo>
                    <a:pt x="20923" y="293400"/>
                  </a:lnTo>
                  <a:lnTo>
                    <a:pt x="17606" y="290081"/>
                  </a:lnTo>
                  <a:lnTo>
                    <a:pt x="14644" y="286472"/>
                  </a:lnTo>
                  <a:lnTo>
                    <a:pt x="12038" y="282573"/>
                  </a:lnTo>
                  <a:lnTo>
                    <a:pt x="9432" y="278673"/>
                  </a:lnTo>
                  <a:lnTo>
                    <a:pt x="7232" y="274555"/>
                  </a:lnTo>
                  <a:lnTo>
                    <a:pt x="5437" y="270220"/>
                  </a:lnTo>
                  <a:lnTo>
                    <a:pt x="3642" y="265886"/>
                  </a:lnTo>
                  <a:lnTo>
                    <a:pt x="2287" y="261419"/>
                  </a:lnTo>
                  <a:lnTo>
                    <a:pt x="1372" y="256821"/>
                  </a:lnTo>
                  <a:lnTo>
                    <a:pt x="457" y="252221"/>
                  </a:lnTo>
                  <a:lnTo>
                    <a:pt x="0" y="247577"/>
                  </a:lnTo>
                  <a:lnTo>
                    <a:pt x="0" y="242887"/>
                  </a:lnTo>
                  <a:close/>
                </a:path>
              </a:pathLst>
            </a:custGeom>
            <a:ln w="9524">
              <a:solidFill>
                <a:srgbClr val="BEDF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8134348" y="952498"/>
            <a:ext cx="323850" cy="323850"/>
            <a:chOff x="8134348" y="952498"/>
            <a:chExt cx="323850" cy="323850"/>
          </a:xfrm>
        </p:grpSpPr>
        <p:sp>
          <p:nvSpPr>
            <p:cNvPr id="11" name="object 11"/>
            <p:cNvSpPr/>
            <p:nvPr/>
          </p:nvSpPr>
          <p:spPr>
            <a:xfrm>
              <a:off x="8139110" y="957261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247578" y="314323"/>
                  </a:moveTo>
                  <a:lnTo>
                    <a:pt x="66747" y="314323"/>
                  </a:lnTo>
                  <a:lnTo>
                    <a:pt x="62100" y="313864"/>
                  </a:lnTo>
                  <a:lnTo>
                    <a:pt x="24239" y="296718"/>
                  </a:lnTo>
                  <a:lnTo>
                    <a:pt x="2287" y="261419"/>
                  </a:lnTo>
                  <a:lnTo>
                    <a:pt x="0" y="247577"/>
                  </a:lnTo>
                  <a:lnTo>
                    <a:pt x="0" y="242887"/>
                  </a:lnTo>
                  <a:lnTo>
                    <a:pt x="0" y="66744"/>
                  </a:lnTo>
                  <a:lnTo>
                    <a:pt x="14644" y="27844"/>
                  </a:lnTo>
                  <a:lnTo>
                    <a:pt x="48431" y="3641"/>
                  </a:lnTo>
                  <a:lnTo>
                    <a:pt x="66747" y="0"/>
                  </a:lnTo>
                  <a:lnTo>
                    <a:pt x="247578" y="0"/>
                  </a:lnTo>
                  <a:lnTo>
                    <a:pt x="286475" y="14643"/>
                  </a:lnTo>
                  <a:lnTo>
                    <a:pt x="310682" y="48429"/>
                  </a:lnTo>
                  <a:lnTo>
                    <a:pt x="314324" y="66744"/>
                  </a:lnTo>
                  <a:lnTo>
                    <a:pt x="314324" y="247577"/>
                  </a:lnTo>
                  <a:lnTo>
                    <a:pt x="299679" y="286472"/>
                  </a:lnTo>
                  <a:lnTo>
                    <a:pt x="265890" y="310680"/>
                  </a:lnTo>
                  <a:lnTo>
                    <a:pt x="252223" y="313866"/>
                  </a:lnTo>
                  <a:lnTo>
                    <a:pt x="247578" y="314323"/>
                  </a:lnTo>
                  <a:close/>
                </a:path>
              </a:pathLst>
            </a:custGeom>
            <a:solidFill>
              <a:srgbClr val="D5F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139110" y="957261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0" y="242887"/>
                  </a:moveTo>
                  <a:lnTo>
                    <a:pt x="0" y="71437"/>
                  </a:lnTo>
                  <a:lnTo>
                    <a:pt x="0" y="66744"/>
                  </a:lnTo>
                  <a:lnTo>
                    <a:pt x="457" y="62096"/>
                  </a:lnTo>
                  <a:lnTo>
                    <a:pt x="1372" y="57493"/>
                  </a:lnTo>
                  <a:lnTo>
                    <a:pt x="2287" y="52897"/>
                  </a:lnTo>
                  <a:lnTo>
                    <a:pt x="3641" y="48429"/>
                  </a:lnTo>
                  <a:lnTo>
                    <a:pt x="5436" y="44095"/>
                  </a:lnTo>
                  <a:lnTo>
                    <a:pt x="7231" y="39760"/>
                  </a:lnTo>
                  <a:lnTo>
                    <a:pt x="9431" y="35644"/>
                  </a:lnTo>
                  <a:lnTo>
                    <a:pt x="12038" y="31744"/>
                  </a:lnTo>
                  <a:lnTo>
                    <a:pt x="14644" y="27844"/>
                  </a:lnTo>
                  <a:lnTo>
                    <a:pt x="17606" y="24235"/>
                  </a:lnTo>
                  <a:lnTo>
                    <a:pt x="20923" y="20919"/>
                  </a:lnTo>
                  <a:lnTo>
                    <a:pt x="24239" y="17603"/>
                  </a:lnTo>
                  <a:lnTo>
                    <a:pt x="27847" y="14640"/>
                  </a:lnTo>
                  <a:lnTo>
                    <a:pt x="31748" y="12033"/>
                  </a:lnTo>
                  <a:lnTo>
                    <a:pt x="35648" y="9426"/>
                  </a:lnTo>
                  <a:lnTo>
                    <a:pt x="39764" y="7227"/>
                  </a:lnTo>
                  <a:lnTo>
                    <a:pt x="44099" y="5434"/>
                  </a:lnTo>
                  <a:lnTo>
                    <a:pt x="48431" y="3641"/>
                  </a:lnTo>
                  <a:lnTo>
                    <a:pt x="52899" y="2285"/>
                  </a:lnTo>
                  <a:lnTo>
                    <a:pt x="57499" y="1371"/>
                  </a:lnTo>
                  <a:lnTo>
                    <a:pt x="62100" y="458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242888" y="0"/>
                  </a:lnTo>
                  <a:lnTo>
                    <a:pt x="247578" y="0"/>
                  </a:lnTo>
                  <a:lnTo>
                    <a:pt x="252224" y="458"/>
                  </a:lnTo>
                  <a:lnTo>
                    <a:pt x="256824" y="1371"/>
                  </a:lnTo>
                  <a:lnTo>
                    <a:pt x="261424" y="2285"/>
                  </a:lnTo>
                  <a:lnTo>
                    <a:pt x="265890" y="3641"/>
                  </a:lnTo>
                  <a:lnTo>
                    <a:pt x="270224" y="5434"/>
                  </a:lnTo>
                  <a:lnTo>
                    <a:pt x="274558" y="7227"/>
                  </a:lnTo>
                  <a:lnTo>
                    <a:pt x="293401" y="20919"/>
                  </a:lnTo>
                  <a:lnTo>
                    <a:pt x="296717" y="24235"/>
                  </a:lnTo>
                  <a:lnTo>
                    <a:pt x="299679" y="27842"/>
                  </a:lnTo>
                  <a:lnTo>
                    <a:pt x="302284" y="31742"/>
                  </a:lnTo>
                  <a:lnTo>
                    <a:pt x="304891" y="35641"/>
                  </a:lnTo>
                  <a:lnTo>
                    <a:pt x="307092" y="39760"/>
                  </a:lnTo>
                  <a:lnTo>
                    <a:pt x="308886" y="44095"/>
                  </a:lnTo>
                  <a:lnTo>
                    <a:pt x="310682" y="48429"/>
                  </a:lnTo>
                  <a:lnTo>
                    <a:pt x="314325" y="71437"/>
                  </a:lnTo>
                  <a:lnTo>
                    <a:pt x="314325" y="242887"/>
                  </a:lnTo>
                  <a:lnTo>
                    <a:pt x="308886" y="270220"/>
                  </a:lnTo>
                  <a:lnTo>
                    <a:pt x="307092" y="274555"/>
                  </a:lnTo>
                  <a:lnTo>
                    <a:pt x="304891" y="278673"/>
                  </a:lnTo>
                  <a:lnTo>
                    <a:pt x="302284" y="282573"/>
                  </a:lnTo>
                  <a:lnTo>
                    <a:pt x="299679" y="286472"/>
                  </a:lnTo>
                  <a:lnTo>
                    <a:pt x="282575" y="302283"/>
                  </a:lnTo>
                  <a:lnTo>
                    <a:pt x="278674" y="304890"/>
                  </a:lnTo>
                  <a:lnTo>
                    <a:pt x="242888" y="314324"/>
                  </a:lnTo>
                  <a:lnTo>
                    <a:pt x="71438" y="314324"/>
                  </a:lnTo>
                  <a:lnTo>
                    <a:pt x="66747" y="314323"/>
                  </a:lnTo>
                  <a:lnTo>
                    <a:pt x="62100" y="313864"/>
                  </a:lnTo>
                  <a:lnTo>
                    <a:pt x="57499" y="312950"/>
                  </a:lnTo>
                  <a:lnTo>
                    <a:pt x="52899" y="312037"/>
                  </a:lnTo>
                  <a:lnTo>
                    <a:pt x="31748" y="302283"/>
                  </a:lnTo>
                  <a:lnTo>
                    <a:pt x="27847" y="299679"/>
                  </a:lnTo>
                  <a:lnTo>
                    <a:pt x="5436" y="270220"/>
                  </a:lnTo>
                  <a:lnTo>
                    <a:pt x="3641" y="265886"/>
                  </a:lnTo>
                  <a:lnTo>
                    <a:pt x="2287" y="261419"/>
                  </a:lnTo>
                  <a:lnTo>
                    <a:pt x="1372" y="256821"/>
                  </a:lnTo>
                  <a:lnTo>
                    <a:pt x="457" y="252221"/>
                  </a:lnTo>
                  <a:lnTo>
                    <a:pt x="0" y="247577"/>
                  </a:lnTo>
                  <a:lnTo>
                    <a:pt x="0" y="242887"/>
                  </a:lnTo>
                  <a:close/>
                </a:path>
              </a:pathLst>
            </a:custGeom>
            <a:ln w="9524">
              <a:solidFill>
                <a:srgbClr val="BEDF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589362" y="956940"/>
            <a:ext cx="4852035" cy="2565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11150" algn="l"/>
                <a:tab pos="3654425" algn="l"/>
                <a:tab pos="3968750" algn="l"/>
              </a:tabLst>
            </a:pPr>
            <a:r>
              <a:rPr dirty="0" sz="1350" spc="-355" b="1">
                <a:solidFill>
                  <a:srgbClr val="2E3D6E"/>
                </a:solidFill>
                <a:latin typeface="Lucida Sans"/>
                <a:cs typeface="Lucida Sans"/>
              </a:rPr>
              <a:t>1</a:t>
            </a:r>
            <a:r>
              <a:rPr dirty="0" sz="1350" b="1">
                <a:solidFill>
                  <a:srgbClr val="2E3D6E"/>
                </a:solidFill>
                <a:latin typeface="Lucida Sans"/>
                <a:cs typeface="Lucida Sans"/>
              </a:rPr>
              <a:t>	</a:t>
            </a:r>
            <a:r>
              <a:rPr dirty="0" sz="1500" spc="-20" b="1">
                <a:solidFill>
                  <a:srgbClr val="2E3D6E"/>
                </a:solidFill>
                <a:latin typeface="Arial"/>
                <a:cs typeface="Arial"/>
              </a:rPr>
              <a:t>Half</a:t>
            </a:r>
            <a:r>
              <a:rPr dirty="0" sz="1500" spc="-135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2E3D6E"/>
                </a:solidFill>
                <a:latin typeface="Arial"/>
                <a:cs typeface="Arial"/>
              </a:rPr>
              <a:t>Adde</a:t>
            </a:r>
            <a:r>
              <a:rPr dirty="0" sz="1350" spc="-20" b="1">
                <a:solidFill>
                  <a:srgbClr val="2E3D6E"/>
                </a:solidFill>
                <a:latin typeface="Arial"/>
                <a:cs typeface="Arial"/>
              </a:rPr>
              <a:t>r</a:t>
            </a:r>
            <a:r>
              <a:rPr dirty="0" sz="1350" b="1">
                <a:solidFill>
                  <a:srgbClr val="2E3D6E"/>
                </a:solidFill>
                <a:latin typeface="Arial"/>
                <a:cs typeface="Arial"/>
              </a:rPr>
              <a:t>	</a:t>
            </a:r>
            <a:r>
              <a:rPr dirty="0" sz="1350" spc="-50" b="1">
                <a:solidFill>
                  <a:srgbClr val="2E3D6E"/>
                </a:solidFill>
                <a:latin typeface="Lucida Sans"/>
                <a:cs typeface="Lucida Sans"/>
              </a:rPr>
              <a:t>2</a:t>
            </a:r>
            <a:r>
              <a:rPr dirty="0" sz="1350" b="1">
                <a:solidFill>
                  <a:srgbClr val="2E3D6E"/>
                </a:solidFill>
                <a:latin typeface="Lucida Sans"/>
                <a:cs typeface="Lucida Sans"/>
              </a:rPr>
              <a:t>	</a:t>
            </a:r>
            <a:r>
              <a:rPr dirty="0" sz="1500" spc="-60" b="1">
                <a:solidFill>
                  <a:srgbClr val="2E3D6E"/>
                </a:solidFill>
                <a:latin typeface="Arial"/>
                <a:cs typeface="Arial"/>
              </a:rPr>
              <a:t>F</a:t>
            </a:r>
            <a:r>
              <a:rPr dirty="0" sz="1350" spc="-60" b="1">
                <a:solidFill>
                  <a:srgbClr val="2E3D6E"/>
                </a:solidFill>
                <a:latin typeface="Arial"/>
                <a:cs typeface="Arial"/>
              </a:rPr>
              <a:t>u</a:t>
            </a:r>
            <a:r>
              <a:rPr dirty="0" sz="1500" spc="-60" b="1">
                <a:solidFill>
                  <a:srgbClr val="2E3D6E"/>
                </a:solidFill>
                <a:latin typeface="Arial"/>
                <a:cs typeface="Arial"/>
              </a:rPr>
              <a:t>ll</a:t>
            </a:r>
            <a:r>
              <a:rPr dirty="0" sz="1500" spc="-75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E3D6E"/>
                </a:solidFill>
                <a:latin typeface="Arial"/>
                <a:cs typeface="Arial"/>
              </a:rPr>
              <a:t>Adde</a:t>
            </a:r>
            <a:r>
              <a:rPr dirty="0" sz="1350" spc="-10" b="1">
                <a:solidFill>
                  <a:srgbClr val="2E3D6E"/>
                </a:solidFill>
                <a:latin typeface="Arial"/>
                <a:cs typeface="Arial"/>
              </a:rPr>
              <a:t>r</a:t>
            </a:r>
            <a:endParaRPr sz="13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64049" y="1265839"/>
            <a:ext cx="3312160" cy="46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95"/>
              </a:spcBef>
            </a:pP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Add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two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ts</a:t>
            </a:r>
            <a:r>
              <a:rPr dirty="0" sz="1100" spc="-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w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out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ca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rry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-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—</a:t>
            </a:r>
            <a:r>
              <a:rPr dirty="0" sz="1200" spc="-17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he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mp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le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st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ry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addi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on</a:t>
            </a:r>
            <a:r>
              <a:rPr dirty="0" sz="1100" spc="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ci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t 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us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g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XOR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AND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ga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.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21649" y="1265839"/>
            <a:ext cx="3250565" cy="463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95"/>
              </a:spcBef>
            </a:pP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Add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ee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ts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cl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di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g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ca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rry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-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rom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pr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v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ous 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st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age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,</a:t>
            </a:r>
            <a:r>
              <a:rPr dirty="0" sz="1200" spc="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abli</a:t>
            </a:r>
            <a:r>
              <a:rPr dirty="0" sz="1100" spc="-5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g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calable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80">
                <a:solidFill>
                  <a:srgbClr val="2E3D6E"/>
                </a:solidFill>
                <a:latin typeface="Lucida Sans Unicode"/>
                <a:cs typeface="Lucida Sans Unicode"/>
              </a:rPr>
              <a:t>mu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1100" spc="-8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i-</a:t>
            </a:r>
            <a:r>
              <a:rPr dirty="0" sz="1200" spc="-70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1100" spc="-7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ic.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76749" y="1895473"/>
            <a:ext cx="323850" cy="323850"/>
            <a:chOff x="4476749" y="1895473"/>
            <a:chExt cx="323850" cy="323850"/>
          </a:xfrm>
        </p:grpSpPr>
        <p:sp>
          <p:nvSpPr>
            <p:cNvPr id="16" name="object 16"/>
            <p:cNvSpPr/>
            <p:nvPr/>
          </p:nvSpPr>
          <p:spPr>
            <a:xfrm>
              <a:off x="4481512" y="1900238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247577" y="314321"/>
                  </a:moveTo>
                  <a:lnTo>
                    <a:pt x="66746" y="314321"/>
                  </a:lnTo>
                  <a:lnTo>
                    <a:pt x="62101" y="313863"/>
                  </a:lnTo>
                  <a:lnTo>
                    <a:pt x="24240" y="296710"/>
                  </a:lnTo>
                  <a:lnTo>
                    <a:pt x="2287" y="261417"/>
                  </a:lnTo>
                  <a:lnTo>
                    <a:pt x="0" y="247573"/>
                  </a:lnTo>
                  <a:lnTo>
                    <a:pt x="0" y="242885"/>
                  </a:lnTo>
                  <a:lnTo>
                    <a:pt x="0" y="66745"/>
                  </a:lnTo>
                  <a:lnTo>
                    <a:pt x="14644" y="27845"/>
                  </a:lnTo>
                  <a:lnTo>
                    <a:pt x="48432" y="3639"/>
                  </a:lnTo>
                  <a:lnTo>
                    <a:pt x="66746" y="0"/>
                  </a:lnTo>
                  <a:lnTo>
                    <a:pt x="247577" y="0"/>
                  </a:lnTo>
                  <a:lnTo>
                    <a:pt x="286475" y="14641"/>
                  </a:lnTo>
                  <a:lnTo>
                    <a:pt x="310681" y="48427"/>
                  </a:lnTo>
                  <a:lnTo>
                    <a:pt x="314324" y="66745"/>
                  </a:lnTo>
                  <a:lnTo>
                    <a:pt x="314324" y="247573"/>
                  </a:lnTo>
                  <a:lnTo>
                    <a:pt x="299678" y="286466"/>
                  </a:lnTo>
                  <a:lnTo>
                    <a:pt x="265891" y="310674"/>
                  </a:lnTo>
                  <a:lnTo>
                    <a:pt x="252223" y="313863"/>
                  </a:lnTo>
                  <a:lnTo>
                    <a:pt x="247577" y="314321"/>
                  </a:lnTo>
                  <a:close/>
                </a:path>
              </a:pathLst>
            </a:custGeom>
            <a:solidFill>
              <a:srgbClr val="D5F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481512" y="1900236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0" y="242887"/>
                  </a:moveTo>
                  <a:lnTo>
                    <a:pt x="0" y="71437"/>
                  </a:lnTo>
                  <a:lnTo>
                    <a:pt x="0" y="66747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44099" y="5436"/>
                  </a:lnTo>
                  <a:lnTo>
                    <a:pt x="48432" y="3641"/>
                  </a:lnTo>
                  <a:lnTo>
                    <a:pt x="71437" y="0"/>
                  </a:lnTo>
                  <a:lnTo>
                    <a:pt x="242887" y="0"/>
                  </a:lnTo>
                  <a:lnTo>
                    <a:pt x="282575" y="12036"/>
                  </a:lnTo>
                  <a:lnTo>
                    <a:pt x="286475" y="14643"/>
                  </a:lnTo>
                  <a:lnTo>
                    <a:pt x="310681" y="48429"/>
                  </a:lnTo>
                  <a:lnTo>
                    <a:pt x="314324" y="71437"/>
                  </a:lnTo>
                  <a:lnTo>
                    <a:pt x="314324" y="242887"/>
                  </a:lnTo>
                  <a:lnTo>
                    <a:pt x="314324" y="247575"/>
                  </a:lnTo>
                  <a:lnTo>
                    <a:pt x="313866" y="252219"/>
                  </a:lnTo>
                  <a:lnTo>
                    <a:pt x="312951" y="256818"/>
                  </a:lnTo>
                  <a:lnTo>
                    <a:pt x="312036" y="261419"/>
                  </a:lnTo>
                  <a:lnTo>
                    <a:pt x="310681" y="265886"/>
                  </a:lnTo>
                  <a:lnTo>
                    <a:pt x="308886" y="270218"/>
                  </a:lnTo>
                  <a:lnTo>
                    <a:pt x="307091" y="274550"/>
                  </a:lnTo>
                  <a:lnTo>
                    <a:pt x="278675" y="304885"/>
                  </a:lnTo>
                  <a:lnTo>
                    <a:pt x="256823" y="312948"/>
                  </a:lnTo>
                  <a:lnTo>
                    <a:pt x="252223" y="313864"/>
                  </a:lnTo>
                  <a:lnTo>
                    <a:pt x="247577" y="314323"/>
                  </a:lnTo>
                  <a:lnTo>
                    <a:pt x="242887" y="314324"/>
                  </a:lnTo>
                  <a:lnTo>
                    <a:pt x="71437" y="314324"/>
                  </a:lnTo>
                  <a:lnTo>
                    <a:pt x="31748" y="302276"/>
                  </a:lnTo>
                  <a:lnTo>
                    <a:pt x="27848" y="299672"/>
                  </a:lnTo>
                  <a:lnTo>
                    <a:pt x="3642" y="265886"/>
                  </a:lnTo>
                  <a:lnTo>
                    <a:pt x="1372" y="256818"/>
                  </a:lnTo>
                  <a:lnTo>
                    <a:pt x="457" y="252219"/>
                  </a:lnTo>
                  <a:lnTo>
                    <a:pt x="0" y="247575"/>
                  </a:lnTo>
                  <a:lnTo>
                    <a:pt x="0" y="242887"/>
                  </a:lnTo>
                  <a:close/>
                </a:path>
              </a:pathLst>
            </a:custGeom>
            <a:ln w="9524">
              <a:solidFill>
                <a:srgbClr val="BEDF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571801" y="1899915"/>
            <a:ext cx="1979295" cy="2565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28295" algn="l"/>
              </a:tabLst>
            </a:pPr>
            <a:r>
              <a:rPr dirty="0" sz="1350" spc="-50" b="1">
                <a:solidFill>
                  <a:srgbClr val="2E3D6E"/>
                </a:solidFill>
                <a:latin typeface="Lucida Sans"/>
                <a:cs typeface="Lucida Sans"/>
              </a:rPr>
              <a:t>3</a:t>
            </a:r>
            <a:r>
              <a:rPr dirty="0" sz="1350" b="1">
                <a:solidFill>
                  <a:srgbClr val="2E3D6E"/>
                </a:solidFill>
                <a:latin typeface="Lucida Sans"/>
                <a:cs typeface="Lucida Sans"/>
              </a:rPr>
              <a:t>	</a:t>
            </a:r>
            <a:r>
              <a:rPr dirty="0" sz="1500" spc="-20" b="1">
                <a:solidFill>
                  <a:srgbClr val="2E3D6E"/>
                </a:solidFill>
                <a:latin typeface="Arial"/>
                <a:cs typeface="Arial"/>
              </a:rPr>
              <a:t>L</a:t>
            </a:r>
            <a:r>
              <a:rPr dirty="0" sz="1350" spc="-20" b="1">
                <a:solidFill>
                  <a:srgbClr val="2E3D6E"/>
                </a:solidFill>
                <a:latin typeface="Arial"/>
                <a:cs typeface="Arial"/>
              </a:rPr>
              <a:t>o</a:t>
            </a:r>
            <a:r>
              <a:rPr dirty="0" sz="1500" spc="-20" b="1">
                <a:solidFill>
                  <a:srgbClr val="2E3D6E"/>
                </a:solidFill>
                <a:latin typeface="Arial"/>
                <a:cs typeface="Arial"/>
              </a:rPr>
              <a:t>gi</a:t>
            </a:r>
            <a:r>
              <a:rPr dirty="0" sz="1350" spc="-20" b="1">
                <a:solidFill>
                  <a:srgbClr val="2E3D6E"/>
                </a:solidFill>
                <a:latin typeface="Arial"/>
                <a:cs typeface="Arial"/>
              </a:rPr>
              <a:t>s</a:t>
            </a:r>
            <a:r>
              <a:rPr dirty="0" sz="1500" spc="-20" b="1">
                <a:solidFill>
                  <a:srgbClr val="2E3D6E"/>
                </a:solidFill>
                <a:latin typeface="Arial"/>
                <a:cs typeface="Arial"/>
              </a:rPr>
              <a:t>i</a:t>
            </a:r>
            <a:r>
              <a:rPr dirty="0" sz="1350" spc="-20" b="1">
                <a:solidFill>
                  <a:srgbClr val="2E3D6E"/>
                </a:solidFill>
                <a:latin typeface="Arial"/>
                <a:cs typeface="Arial"/>
              </a:rPr>
              <a:t>m</a:t>
            </a:r>
            <a:r>
              <a:rPr dirty="0" sz="1350" spc="-105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E3D6E"/>
                </a:solidFill>
                <a:latin typeface="Arial"/>
                <a:cs typeface="Arial"/>
              </a:rPr>
              <a:t>Si</a:t>
            </a:r>
            <a:r>
              <a:rPr dirty="0" sz="1350" spc="-10" b="1">
                <a:solidFill>
                  <a:srgbClr val="2E3D6E"/>
                </a:solidFill>
                <a:latin typeface="Arial"/>
                <a:cs typeface="Arial"/>
              </a:rPr>
              <a:t>mu</a:t>
            </a:r>
            <a:r>
              <a:rPr dirty="0" sz="1500" spc="-10" b="1">
                <a:solidFill>
                  <a:srgbClr val="2E3D6E"/>
                </a:solidFill>
                <a:latin typeface="Arial"/>
                <a:cs typeface="Arial"/>
              </a:rPr>
              <a:t>la</a:t>
            </a:r>
            <a:r>
              <a:rPr dirty="0" sz="1350" spc="-10" b="1">
                <a:solidFill>
                  <a:srgbClr val="2E3D6E"/>
                </a:solidFill>
                <a:latin typeface="Arial"/>
                <a:cs typeface="Arial"/>
              </a:rPr>
              <a:t>t</a:t>
            </a:r>
            <a:r>
              <a:rPr dirty="0" sz="1500" spc="-10" b="1">
                <a:solidFill>
                  <a:srgbClr val="2E3D6E"/>
                </a:solidFill>
                <a:latin typeface="Arial"/>
                <a:cs typeface="Arial"/>
              </a:rPr>
              <a:t>i</a:t>
            </a:r>
            <a:r>
              <a:rPr dirty="0" sz="1350" spc="-10" b="1">
                <a:solidFill>
                  <a:srgbClr val="2E3D6E"/>
                </a:solidFill>
                <a:latin typeface="Arial"/>
                <a:cs typeface="Arial"/>
              </a:rPr>
              <a:t>on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134348" y="1895473"/>
            <a:ext cx="323850" cy="323850"/>
            <a:chOff x="8134348" y="1895473"/>
            <a:chExt cx="323850" cy="323850"/>
          </a:xfrm>
        </p:grpSpPr>
        <p:sp>
          <p:nvSpPr>
            <p:cNvPr id="21" name="object 21"/>
            <p:cNvSpPr/>
            <p:nvPr/>
          </p:nvSpPr>
          <p:spPr>
            <a:xfrm>
              <a:off x="8139110" y="1900238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247578" y="314321"/>
                  </a:moveTo>
                  <a:lnTo>
                    <a:pt x="66747" y="314321"/>
                  </a:lnTo>
                  <a:lnTo>
                    <a:pt x="62100" y="313863"/>
                  </a:lnTo>
                  <a:lnTo>
                    <a:pt x="24239" y="296710"/>
                  </a:lnTo>
                  <a:lnTo>
                    <a:pt x="2287" y="261417"/>
                  </a:lnTo>
                  <a:lnTo>
                    <a:pt x="0" y="247573"/>
                  </a:lnTo>
                  <a:lnTo>
                    <a:pt x="0" y="242885"/>
                  </a:lnTo>
                  <a:lnTo>
                    <a:pt x="0" y="66745"/>
                  </a:lnTo>
                  <a:lnTo>
                    <a:pt x="14644" y="27845"/>
                  </a:lnTo>
                  <a:lnTo>
                    <a:pt x="48431" y="3639"/>
                  </a:lnTo>
                  <a:lnTo>
                    <a:pt x="66747" y="0"/>
                  </a:lnTo>
                  <a:lnTo>
                    <a:pt x="247578" y="0"/>
                  </a:lnTo>
                  <a:lnTo>
                    <a:pt x="286475" y="14641"/>
                  </a:lnTo>
                  <a:lnTo>
                    <a:pt x="310682" y="48427"/>
                  </a:lnTo>
                  <a:lnTo>
                    <a:pt x="314324" y="66745"/>
                  </a:lnTo>
                  <a:lnTo>
                    <a:pt x="314324" y="247573"/>
                  </a:lnTo>
                  <a:lnTo>
                    <a:pt x="299679" y="286466"/>
                  </a:lnTo>
                  <a:lnTo>
                    <a:pt x="265890" y="310674"/>
                  </a:lnTo>
                  <a:lnTo>
                    <a:pt x="252223" y="313863"/>
                  </a:lnTo>
                  <a:lnTo>
                    <a:pt x="247578" y="314321"/>
                  </a:lnTo>
                  <a:close/>
                </a:path>
              </a:pathLst>
            </a:custGeom>
            <a:solidFill>
              <a:srgbClr val="D5F4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139110" y="1900236"/>
              <a:ext cx="314325" cy="314325"/>
            </a:xfrm>
            <a:custGeom>
              <a:avLst/>
              <a:gdLst/>
              <a:ahLst/>
              <a:cxnLst/>
              <a:rect l="l" t="t" r="r" b="b"/>
              <a:pathLst>
                <a:path w="314325" h="314325">
                  <a:moveTo>
                    <a:pt x="0" y="242887"/>
                  </a:moveTo>
                  <a:lnTo>
                    <a:pt x="0" y="71437"/>
                  </a:lnTo>
                  <a:lnTo>
                    <a:pt x="0" y="66747"/>
                  </a:lnTo>
                  <a:lnTo>
                    <a:pt x="457" y="62101"/>
                  </a:lnTo>
                  <a:lnTo>
                    <a:pt x="1372" y="57498"/>
                  </a:lnTo>
                  <a:lnTo>
                    <a:pt x="2287" y="52897"/>
                  </a:lnTo>
                  <a:lnTo>
                    <a:pt x="3641" y="48429"/>
                  </a:lnTo>
                  <a:lnTo>
                    <a:pt x="27847" y="14643"/>
                  </a:lnTo>
                  <a:lnTo>
                    <a:pt x="44099" y="5436"/>
                  </a:lnTo>
                  <a:lnTo>
                    <a:pt x="48431" y="3641"/>
                  </a:lnTo>
                  <a:lnTo>
                    <a:pt x="71438" y="0"/>
                  </a:lnTo>
                  <a:lnTo>
                    <a:pt x="242888" y="0"/>
                  </a:lnTo>
                  <a:lnTo>
                    <a:pt x="282575" y="12036"/>
                  </a:lnTo>
                  <a:lnTo>
                    <a:pt x="302284" y="31746"/>
                  </a:lnTo>
                  <a:lnTo>
                    <a:pt x="304891" y="35646"/>
                  </a:lnTo>
                  <a:lnTo>
                    <a:pt x="314325" y="71437"/>
                  </a:lnTo>
                  <a:lnTo>
                    <a:pt x="314325" y="242887"/>
                  </a:lnTo>
                  <a:lnTo>
                    <a:pt x="314324" y="247575"/>
                  </a:lnTo>
                  <a:lnTo>
                    <a:pt x="313867" y="252219"/>
                  </a:lnTo>
                  <a:lnTo>
                    <a:pt x="312952" y="256818"/>
                  </a:lnTo>
                  <a:lnTo>
                    <a:pt x="312037" y="261419"/>
                  </a:lnTo>
                  <a:lnTo>
                    <a:pt x="310682" y="265886"/>
                  </a:lnTo>
                  <a:lnTo>
                    <a:pt x="308886" y="270218"/>
                  </a:lnTo>
                  <a:lnTo>
                    <a:pt x="307092" y="274550"/>
                  </a:lnTo>
                  <a:lnTo>
                    <a:pt x="304891" y="278669"/>
                  </a:lnTo>
                  <a:lnTo>
                    <a:pt x="302284" y="282568"/>
                  </a:lnTo>
                  <a:lnTo>
                    <a:pt x="299679" y="286468"/>
                  </a:lnTo>
                  <a:lnTo>
                    <a:pt x="265890" y="310675"/>
                  </a:lnTo>
                  <a:lnTo>
                    <a:pt x="256823" y="312948"/>
                  </a:lnTo>
                  <a:lnTo>
                    <a:pt x="252223" y="313864"/>
                  </a:lnTo>
                  <a:lnTo>
                    <a:pt x="247578" y="314323"/>
                  </a:lnTo>
                  <a:lnTo>
                    <a:pt x="242888" y="314324"/>
                  </a:lnTo>
                  <a:lnTo>
                    <a:pt x="71438" y="314324"/>
                  </a:lnTo>
                  <a:lnTo>
                    <a:pt x="31748" y="302276"/>
                  </a:lnTo>
                  <a:lnTo>
                    <a:pt x="27847" y="299672"/>
                  </a:lnTo>
                  <a:lnTo>
                    <a:pt x="5436" y="270218"/>
                  </a:lnTo>
                  <a:lnTo>
                    <a:pt x="3641" y="265886"/>
                  </a:lnTo>
                  <a:lnTo>
                    <a:pt x="2287" y="261419"/>
                  </a:lnTo>
                  <a:lnTo>
                    <a:pt x="1372" y="256818"/>
                  </a:lnTo>
                  <a:lnTo>
                    <a:pt x="457" y="252219"/>
                  </a:lnTo>
                  <a:lnTo>
                    <a:pt x="0" y="247575"/>
                  </a:lnTo>
                  <a:lnTo>
                    <a:pt x="0" y="242887"/>
                  </a:lnTo>
                  <a:close/>
                </a:path>
              </a:pathLst>
            </a:custGeom>
            <a:ln w="9524">
              <a:solidFill>
                <a:srgbClr val="BEDFD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226721" y="1899915"/>
            <a:ext cx="2865120" cy="2565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30835" algn="l"/>
              </a:tabLst>
            </a:pPr>
            <a:r>
              <a:rPr dirty="0" sz="1350" spc="10" b="1">
                <a:solidFill>
                  <a:srgbClr val="2E3D6E"/>
                </a:solidFill>
                <a:latin typeface="Lucida Sans"/>
                <a:cs typeface="Lucida Sans"/>
              </a:rPr>
              <a:t>4</a:t>
            </a:r>
            <a:r>
              <a:rPr dirty="0" sz="1350" b="1">
                <a:solidFill>
                  <a:srgbClr val="2E3D6E"/>
                </a:solidFill>
                <a:latin typeface="Lucida Sans"/>
                <a:cs typeface="Lucida Sans"/>
              </a:rPr>
              <a:t>	</a:t>
            </a:r>
            <a:r>
              <a:rPr dirty="0" sz="1500" spc="-50" b="1">
                <a:solidFill>
                  <a:srgbClr val="2E3D6E"/>
                </a:solidFill>
                <a:latin typeface="Arial"/>
                <a:cs typeface="Arial"/>
              </a:rPr>
              <a:t>B</a:t>
            </a:r>
            <a:r>
              <a:rPr dirty="0" sz="1350" spc="-50" b="1">
                <a:solidFill>
                  <a:srgbClr val="2E3D6E"/>
                </a:solidFill>
                <a:latin typeface="Arial"/>
                <a:cs typeface="Arial"/>
              </a:rPr>
              <a:t>u</a:t>
            </a:r>
            <a:r>
              <a:rPr dirty="0" sz="1500" spc="-50" b="1">
                <a:solidFill>
                  <a:srgbClr val="2E3D6E"/>
                </a:solidFill>
                <a:latin typeface="Arial"/>
                <a:cs typeface="Arial"/>
              </a:rPr>
              <a:t>ildi</a:t>
            </a:r>
            <a:r>
              <a:rPr dirty="0" sz="1350" spc="-50" b="1">
                <a:solidFill>
                  <a:srgbClr val="2E3D6E"/>
                </a:solidFill>
                <a:latin typeface="Arial"/>
                <a:cs typeface="Arial"/>
              </a:rPr>
              <a:t>n</a:t>
            </a:r>
            <a:r>
              <a:rPr dirty="0" sz="1500" spc="-50" b="1">
                <a:solidFill>
                  <a:srgbClr val="2E3D6E"/>
                </a:solidFill>
                <a:latin typeface="Arial"/>
                <a:cs typeface="Arial"/>
              </a:rPr>
              <a:t>g</a:t>
            </a:r>
            <a:r>
              <a:rPr dirty="0" sz="1500" spc="-114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500" spc="-40" b="1">
                <a:solidFill>
                  <a:srgbClr val="2E3D6E"/>
                </a:solidFill>
                <a:latin typeface="Arial"/>
                <a:cs typeface="Arial"/>
              </a:rPr>
              <a:t>Bl</a:t>
            </a:r>
            <a:r>
              <a:rPr dirty="0" sz="1350" spc="-40" b="1">
                <a:solidFill>
                  <a:srgbClr val="2E3D6E"/>
                </a:solidFill>
                <a:latin typeface="Arial"/>
                <a:cs typeface="Arial"/>
              </a:rPr>
              <a:t>o</a:t>
            </a:r>
            <a:r>
              <a:rPr dirty="0" sz="1500" spc="-40" b="1">
                <a:solidFill>
                  <a:srgbClr val="2E3D6E"/>
                </a:solidFill>
                <a:latin typeface="Arial"/>
                <a:cs typeface="Arial"/>
              </a:rPr>
              <a:t>ck</a:t>
            </a:r>
            <a:r>
              <a:rPr dirty="0" sz="1350" spc="-40" b="1">
                <a:solidFill>
                  <a:srgbClr val="2E3D6E"/>
                </a:solidFill>
                <a:latin typeface="Arial"/>
                <a:cs typeface="Arial"/>
              </a:rPr>
              <a:t>s</a:t>
            </a:r>
            <a:r>
              <a:rPr dirty="0" sz="1350" spc="-95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350" spc="55" b="1">
                <a:solidFill>
                  <a:srgbClr val="2E3D6E"/>
                </a:solidFill>
                <a:latin typeface="Arial"/>
                <a:cs typeface="Arial"/>
              </a:rPr>
              <a:t>o</a:t>
            </a:r>
            <a:r>
              <a:rPr dirty="0" sz="1500" spc="55" b="1">
                <a:solidFill>
                  <a:srgbClr val="2E3D6E"/>
                </a:solidFill>
                <a:latin typeface="Arial"/>
                <a:cs typeface="Arial"/>
              </a:rPr>
              <a:t>f</a:t>
            </a:r>
            <a:r>
              <a:rPr dirty="0" sz="1500" spc="-130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E3D6E"/>
                </a:solidFill>
                <a:latin typeface="Arial"/>
                <a:cs typeface="Arial"/>
              </a:rPr>
              <a:t>C</a:t>
            </a:r>
            <a:r>
              <a:rPr dirty="0" sz="1350" spc="-10" b="1">
                <a:solidFill>
                  <a:srgbClr val="2E3D6E"/>
                </a:solidFill>
                <a:latin typeface="Arial"/>
                <a:cs typeface="Arial"/>
              </a:rPr>
              <a:t>omput</a:t>
            </a:r>
            <a:r>
              <a:rPr dirty="0" sz="1500" spc="-10" b="1">
                <a:solidFill>
                  <a:srgbClr val="2E3D6E"/>
                </a:solidFill>
                <a:latin typeface="Arial"/>
                <a:cs typeface="Arial"/>
              </a:rPr>
              <a:t>i</a:t>
            </a:r>
            <a:r>
              <a:rPr dirty="0" sz="1350" spc="-10" b="1">
                <a:solidFill>
                  <a:srgbClr val="2E3D6E"/>
                </a:solidFill>
                <a:latin typeface="Arial"/>
                <a:cs typeface="Arial"/>
              </a:rPr>
              <a:t>n</a:t>
            </a:r>
            <a:r>
              <a:rPr dirty="0" sz="1500" spc="-10" b="1">
                <a:solidFill>
                  <a:srgbClr val="2E3D6E"/>
                </a:solidFill>
                <a:latin typeface="Arial"/>
                <a:cs typeface="Arial"/>
              </a:rPr>
              <a:t>g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64049" y="2208814"/>
            <a:ext cx="3311525" cy="6731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135"/>
              </a:spcBef>
            </a:pP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P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rov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ide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8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ntu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v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p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la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orm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to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de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ig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,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st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,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 a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d 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v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if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y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digi</a:t>
            </a:r>
            <a:r>
              <a:rPr dirty="0" sz="1100" spc="-8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80">
                <a:solidFill>
                  <a:srgbClr val="2E3D6E"/>
                </a:solidFill>
                <a:latin typeface="Lucida Sans Unicode"/>
                <a:cs typeface="Lucida Sans Unicode"/>
              </a:rPr>
              <a:t>al</a:t>
            </a:r>
            <a:r>
              <a:rPr dirty="0" sz="1200" spc="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ci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ts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agai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nst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trut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able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eal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e.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21649" y="2208814"/>
            <a:ext cx="3395345" cy="6731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135"/>
              </a:spcBef>
            </a:pP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The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oun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da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4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on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o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200" spc="-9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ALU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,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pro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ssors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,</a:t>
            </a:r>
            <a:r>
              <a:rPr dirty="0" sz="1200" spc="-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all bi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ry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h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ic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op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ons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mo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de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rn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omput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g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syst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ms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.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505324" y="35147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2E3D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05324" y="37242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2E3D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464049" y="3059742"/>
            <a:ext cx="1510030" cy="78422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750" spc="-10" b="1">
                <a:solidFill>
                  <a:srgbClr val="2E3D6E"/>
                </a:solidFill>
                <a:latin typeface="Arial"/>
                <a:cs typeface="Arial"/>
              </a:rPr>
              <a:t>A</a:t>
            </a:r>
            <a:r>
              <a:rPr dirty="0" sz="1600" spc="-10" b="1">
                <a:solidFill>
                  <a:srgbClr val="2E3D6E"/>
                </a:solidFill>
                <a:latin typeface="Arial"/>
                <a:cs typeface="Arial"/>
              </a:rPr>
              <a:t>pp</a:t>
            </a:r>
            <a:r>
              <a:rPr dirty="0" sz="1750" spc="-10" b="1">
                <a:solidFill>
                  <a:srgbClr val="2E3D6E"/>
                </a:solidFill>
                <a:latin typeface="Arial"/>
                <a:cs typeface="Arial"/>
              </a:rPr>
              <a:t>lica</a:t>
            </a:r>
            <a:r>
              <a:rPr dirty="0" sz="1600" spc="-10" b="1">
                <a:solidFill>
                  <a:srgbClr val="2E3D6E"/>
                </a:solidFill>
                <a:latin typeface="Arial"/>
                <a:cs typeface="Arial"/>
              </a:rPr>
              <a:t>t</a:t>
            </a:r>
            <a:r>
              <a:rPr dirty="0" sz="1750" spc="-10" b="1">
                <a:solidFill>
                  <a:srgbClr val="2E3D6E"/>
                </a:solidFill>
                <a:latin typeface="Arial"/>
                <a:cs typeface="Arial"/>
              </a:rPr>
              <a:t>i</a:t>
            </a:r>
            <a:r>
              <a:rPr dirty="0" sz="1600" spc="-10" b="1">
                <a:solidFill>
                  <a:srgbClr val="2E3D6E"/>
                </a:solidFill>
                <a:latin typeface="Arial"/>
                <a:cs typeface="Arial"/>
              </a:rPr>
              <a:t>ons</a:t>
            </a:r>
            <a:endParaRPr sz="1600">
              <a:latin typeface="Arial"/>
              <a:cs typeface="Arial"/>
            </a:endParaRPr>
          </a:p>
          <a:p>
            <a:pPr marL="202565" marR="5080">
              <a:lnSpc>
                <a:spcPct val="114599"/>
              </a:lnSpc>
              <a:spcBef>
                <a:spcPts val="114"/>
              </a:spcBef>
            </a:pP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omput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rs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75">
                <a:solidFill>
                  <a:srgbClr val="2E3D6E"/>
                </a:solidFill>
                <a:latin typeface="Lucida Sans Unicode"/>
                <a:cs typeface="Lucida Sans Unicode"/>
              </a:rPr>
              <a:t>&amp;</a:t>
            </a:r>
            <a:r>
              <a:rPr dirty="0" sz="1200" spc="-114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CPU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s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Calc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la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tors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048623" y="351472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5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5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2E3D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048623" y="37242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5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5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2E3D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8197849" y="3399439"/>
            <a:ext cx="2745105" cy="44450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ALU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100" spc="-7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pro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ce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ssors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Mic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ro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c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ontro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lle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rs</a:t>
            </a:r>
            <a:r>
              <a:rPr dirty="0" sz="1100" spc="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6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m</a:t>
            </a:r>
            <a:r>
              <a:rPr dirty="0" sz="1200" spc="-50">
                <a:solidFill>
                  <a:srgbClr val="2E3D6E"/>
                </a:solidFill>
                <a:latin typeface="Lucida Sans Unicode"/>
                <a:cs typeface="Lucida Sans Unicode"/>
              </a:rPr>
              <a:t>bedded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de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v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ice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505324" y="443864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2E3D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505324" y="4648198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3"/>
                </a:moveTo>
                <a:lnTo>
                  <a:pt x="20654" y="47623"/>
                </a:lnTo>
                <a:lnTo>
                  <a:pt x="17617" y="47015"/>
                </a:lnTo>
                <a:lnTo>
                  <a:pt x="0" y="26968"/>
                </a:lnTo>
                <a:lnTo>
                  <a:pt x="0" y="20652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8"/>
                </a:lnTo>
                <a:lnTo>
                  <a:pt x="26970" y="47623"/>
                </a:lnTo>
                <a:close/>
              </a:path>
            </a:pathLst>
          </a:custGeom>
          <a:solidFill>
            <a:srgbClr val="2E3D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505324" y="4867273"/>
            <a:ext cx="47625" cy="47625"/>
          </a:xfrm>
          <a:custGeom>
            <a:avLst/>
            <a:gdLst/>
            <a:ahLst/>
            <a:cxnLst/>
            <a:rect l="l" t="t" r="r" b="b"/>
            <a:pathLst>
              <a:path w="47625" h="47625">
                <a:moveTo>
                  <a:pt x="26970" y="47620"/>
                </a:moveTo>
                <a:lnTo>
                  <a:pt x="20654" y="47620"/>
                </a:lnTo>
                <a:lnTo>
                  <a:pt x="17617" y="47015"/>
                </a:lnTo>
                <a:lnTo>
                  <a:pt x="0" y="26966"/>
                </a:lnTo>
                <a:lnTo>
                  <a:pt x="0" y="20654"/>
                </a:lnTo>
                <a:lnTo>
                  <a:pt x="20654" y="0"/>
                </a:lnTo>
                <a:lnTo>
                  <a:pt x="26970" y="0"/>
                </a:lnTo>
                <a:lnTo>
                  <a:pt x="47625" y="23812"/>
                </a:lnTo>
                <a:lnTo>
                  <a:pt x="47624" y="26966"/>
                </a:lnTo>
                <a:lnTo>
                  <a:pt x="26970" y="47620"/>
                </a:lnTo>
                <a:close/>
              </a:path>
            </a:pathLst>
          </a:custGeom>
          <a:solidFill>
            <a:srgbClr val="2E3D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4464049" y="3983667"/>
            <a:ext cx="4276725" cy="1003300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750" spc="-55" b="1">
                <a:solidFill>
                  <a:srgbClr val="2E3D6E"/>
                </a:solidFill>
                <a:latin typeface="Arial"/>
                <a:cs typeface="Arial"/>
              </a:rPr>
              <a:t>P</a:t>
            </a:r>
            <a:r>
              <a:rPr dirty="0" sz="1600" spc="-55" b="1">
                <a:solidFill>
                  <a:srgbClr val="2E3D6E"/>
                </a:solidFill>
                <a:latin typeface="Arial"/>
                <a:cs typeface="Arial"/>
              </a:rPr>
              <a:t>oss</a:t>
            </a:r>
            <a:r>
              <a:rPr dirty="0" sz="1750" spc="-55" b="1">
                <a:solidFill>
                  <a:srgbClr val="2E3D6E"/>
                </a:solidFill>
                <a:latin typeface="Arial"/>
                <a:cs typeface="Arial"/>
              </a:rPr>
              <a:t>ible</a:t>
            </a:r>
            <a:r>
              <a:rPr dirty="0" sz="1750" spc="-135" b="1">
                <a:solidFill>
                  <a:srgbClr val="2E3D6E"/>
                </a:solidFill>
                <a:latin typeface="Arial"/>
                <a:cs typeface="Arial"/>
              </a:rPr>
              <a:t> </a:t>
            </a:r>
            <a:r>
              <a:rPr dirty="0" sz="1750" spc="-10" b="1">
                <a:solidFill>
                  <a:srgbClr val="2E3D6E"/>
                </a:solidFill>
                <a:latin typeface="Arial"/>
                <a:cs typeface="Arial"/>
              </a:rPr>
              <a:t>I</a:t>
            </a:r>
            <a:r>
              <a:rPr dirty="0" sz="1600" spc="-10" b="1">
                <a:solidFill>
                  <a:srgbClr val="2E3D6E"/>
                </a:solidFill>
                <a:latin typeface="Arial"/>
                <a:cs typeface="Arial"/>
              </a:rPr>
              <a:t>mprov</a:t>
            </a:r>
            <a:r>
              <a:rPr dirty="0" sz="1750" spc="-10" b="1">
                <a:solidFill>
                  <a:srgbClr val="2E3D6E"/>
                </a:solidFill>
                <a:latin typeface="Arial"/>
                <a:cs typeface="Arial"/>
              </a:rPr>
              <a:t>e</a:t>
            </a:r>
            <a:r>
              <a:rPr dirty="0" sz="1600" spc="-10" b="1">
                <a:solidFill>
                  <a:srgbClr val="2E3D6E"/>
                </a:solidFill>
                <a:latin typeface="Arial"/>
                <a:cs typeface="Arial"/>
              </a:rPr>
              <a:t>m</a:t>
            </a:r>
            <a:r>
              <a:rPr dirty="0" sz="1750" spc="-10" b="1">
                <a:solidFill>
                  <a:srgbClr val="2E3D6E"/>
                </a:solidFill>
                <a:latin typeface="Arial"/>
                <a:cs typeface="Arial"/>
              </a:rPr>
              <a:t>e</a:t>
            </a:r>
            <a:r>
              <a:rPr dirty="0" sz="1600" spc="-10" b="1">
                <a:solidFill>
                  <a:srgbClr val="2E3D6E"/>
                </a:solidFill>
                <a:latin typeface="Arial"/>
                <a:cs typeface="Arial"/>
              </a:rPr>
              <a:t>nts</a:t>
            </a:r>
            <a:endParaRPr sz="1600">
              <a:latin typeface="Arial"/>
              <a:cs typeface="Arial"/>
            </a:endParaRPr>
          </a:p>
          <a:p>
            <a:pPr marL="202565">
              <a:lnSpc>
                <a:spcPct val="100000"/>
              </a:lnSpc>
              <a:spcBef>
                <a:spcPts val="325"/>
              </a:spcBef>
            </a:pP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Ca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cade</a:t>
            </a:r>
            <a:r>
              <a:rPr dirty="0" sz="1200" spc="-5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f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ll</a:t>
            </a:r>
            <a:r>
              <a:rPr dirty="0" sz="1200" spc="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adde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rs</a:t>
            </a:r>
            <a:r>
              <a:rPr dirty="0" sz="1100" spc="-1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to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75">
                <a:solidFill>
                  <a:srgbClr val="2E3D6E"/>
                </a:solidFill>
                <a:latin typeface="Lucida Sans Unicode"/>
                <a:cs typeface="Lucida Sans Unicode"/>
              </a:rPr>
              <a:t>b</a:t>
            </a:r>
            <a:r>
              <a:rPr dirty="0" sz="1100" spc="-75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75">
                <a:solidFill>
                  <a:srgbClr val="2E3D6E"/>
                </a:solidFill>
                <a:latin typeface="Lucida Sans Unicode"/>
                <a:cs typeface="Lucida Sans Unicode"/>
              </a:rPr>
              <a:t>ild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8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20">
                <a:solidFill>
                  <a:srgbClr val="2E3D6E"/>
                </a:solidFill>
                <a:latin typeface="Lucida Sans Unicode"/>
                <a:cs typeface="Lucida Sans Unicode"/>
              </a:rPr>
              <a:t>4-</a:t>
            </a:r>
            <a:r>
              <a:rPr dirty="0" sz="1200" spc="-70">
                <a:solidFill>
                  <a:srgbClr val="2E3D6E"/>
                </a:solidFill>
                <a:latin typeface="Lucida Sans Unicode"/>
                <a:cs typeface="Lucida Sans Unicode"/>
              </a:rPr>
              <a:t>bi</a:t>
            </a:r>
            <a:r>
              <a:rPr dirty="0" sz="1100" spc="-7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pp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le-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ca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rry</a:t>
            </a:r>
            <a:r>
              <a:rPr dirty="0" sz="1100" spc="-5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adde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.</a:t>
            </a:r>
            <a:endParaRPr sz="1200">
              <a:latin typeface="Lucida Sans Unicode"/>
              <a:cs typeface="Lucida Sans Unicode"/>
            </a:endParaRPr>
          </a:p>
          <a:p>
            <a:pPr marL="202565">
              <a:lnSpc>
                <a:spcPct val="100000"/>
              </a:lnSpc>
              <a:spcBef>
                <a:spcPts val="210"/>
              </a:spcBef>
            </a:pP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8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ca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rry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-</a:t>
            </a:r>
            <a:r>
              <a:rPr dirty="0" sz="1200" spc="-90">
                <a:solidFill>
                  <a:srgbClr val="2E3D6E"/>
                </a:solidFill>
                <a:latin typeface="Lucida Sans Unicode"/>
                <a:cs typeface="Lucida Sans Unicode"/>
              </a:rPr>
              <a:t>l</a:t>
            </a:r>
            <a:r>
              <a:rPr dirty="0" sz="1100" spc="-90">
                <a:solidFill>
                  <a:srgbClr val="2E3D6E"/>
                </a:solidFill>
                <a:latin typeface="Lucida Sans Unicode"/>
                <a:cs typeface="Lucida Sans Unicode"/>
              </a:rPr>
              <a:t>oo</a:t>
            </a:r>
            <a:r>
              <a:rPr dirty="0" sz="1200" spc="-90">
                <a:solidFill>
                  <a:srgbClr val="2E3D6E"/>
                </a:solidFill>
                <a:latin typeface="Lucida Sans Unicode"/>
                <a:cs typeface="Lucida Sans Unicode"/>
              </a:rPr>
              <a:t>k-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ahead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de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ig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 spc="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to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ed</a:t>
            </a:r>
            <a:r>
              <a:rPr dirty="0" sz="1100" spc="-25">
                <a:solidFill>
                  <a:srgbClr val="2E3D6E"/>
                </a:solidFill>
                <a:latin typeface="Lucida Sans Unicode"/>
                <a:cs typeface="Lucida Sans Unicode"/>
              </a:rPr>
              <a:t>u</a:t>
            </a:r>
            <a:r>
              <a:rPr dirty="0" sz="1200" spc="-25">
                <a:solidFill>
                  <a:srgbClr val="2E3D6E"/>
                </a:solidFill>
                <a:latin typeface="Lucida Sans Unicode"/>
                <a:cs typeface="Lucida Sans Unicode"/>
              </a:rPr>
              <a:t>ce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prop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aga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on</a:t>
            </a:r>
            <a:r>
              <a:rPr dirty="0" sz="1100" spc="1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dela</a:t>
            </a:r>
            <a:r>
              <a:rPr dirty="0" sz="1100" spc="-10">
                <a:solidFill>
                  <a:srgbClr val="2E3D6E"/>
                </a:solidFill>
                <a:latin typeface="Lucida Sans Unicode"/>
                <a:cs typeface="Lucida Sans Unicode"/>
              </a:rPr>
              <a:t>y</a:t>
            </a:r>
            <a:r>
              <a:rPr dirty="0" sz="1200" spc="-10">
                <a:solidFill>
                  <a:srgbClr val="2E3D6E"/>
                </a:solidFill>
                <a:latin typeface="Lucida Sans Unicode"/>
                <a:cs typeface="Lucida Sans Unicode"/>
              </a:rPr>
              <a:t>.</a:t>
            </a:r>
            <a:endParaRPr sz="1200">
              <a:latin typeface="Lucida Sans Unicode"/>
              <a:cs typeface="Lucida Sans Unicode"/>
            </a:endParaRPr>
          </a:p>
          <a:p>
            <a:pPr marL="202565">
              <a:lnSpc>
                <a:spcPct val="100000"/>
              </a:lnSpc>
              <a:spcBef>
                <a:spcPts val="285"/>
              </a:spcBef>
            </a:pP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xt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e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d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60">
                <a:solidFill>
                  <a:srgbClr val="2E3D6E"/>
                </a:solidFill>
                <a:latin typeface="Lucida Sans Unicode"/>
                <a:cs typeface="Lucida Sans Unicode"/>
              </a:rPr>
              <a:t>t</a:t>
            </a:r>
            <a:r>
              <a:rPr dirty="0" sz="1200" spc="-60">
                <a:solidFill>
                  <a:srgbClr val="2E3D6E"/>
                </a:solidFill>
                <a:latin typeface="Lucida Sans Unicode"/>
                <a:cs typeface="Lucida Sans Unicode"/>
              </a:rPr>
              <a:t>he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de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ig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4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45">
                <a:solidFill>
                  <a:srgbClr val="2E3D6E"/>
                </a:solidFill>
                <a:latin typeface="Lucida Sans Unicode"/>
                <a:cs typeface="Lucida Sans Unicode"/>
              </a:rPr>
              <a:t>nto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100" spc="-20">
                <a:solidFill>
                  <a:srgbClr val="2E3D6E"/>
                </a:solidFill>
                <a:latin typeface="Lucida Sans Unicode"/>
                <a:cs typeface="Lucida Sans Unicode"/>
              </a:rPr>
              <a:t>n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85">
                <a:solidFill>
                  <a:srgbClr val="2E3D6E"/>
                </a:solidFill>
                <a:latin typeface="Lucida Sans Unicode"/>
                <a:cs typeface="Lucida Sans Unicode"/>
              </a:rPr>
              <a:t>adde</a:t>
            </a:r>
            <a:r>
              <a:rPr dirty="0" sz="1100" spc="-85">
                <a:solidFill>
                  <a:srgbClr val="2E3D6E"/>
                </a:solidFill>
                <a:latin typeface="Lucida Sans Unicode"/>
                <a:cs typeface="Lucida Sans Unicode"/>
              </a:rPr>
              <a:t>r</a:t>
            </a:r>
            <a:r>
              <a:rPr dirty="0" sz="1200" spc="-85">
                <a:solidFill>
                  <a:srgbClr val="2E3D6E"/>
                </a:solidFill>
                <a:latin typeface="Lucida Sans Unicode"/>
                <a:cs typeface="Lucida Sans Unicode"/>
              </a:rPr>
              <a:t>-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su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b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tr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ac</a:t>
            </a:r>
            <a:r>
              <a:rPr dirty="0" sz="1100" spc="-30">
                <a:solidFill>
                  <a:srgbClr val="2E3D6E"/>
                </a:solidFill>
                <a:latin typeface="Lucida Sans Unicode"/>
                <a:cs typeface="Lucida Sans Unicode"/>
              </a:rPr>
              <a:t>tor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2E3D6E"/>
                </a:solidFill>
                <a:latin typeface="Lucida Sans Unicode"/>
                <a:cs typeface="Lucida Sans Unicode"/>
              </a:rPr>
              <a:t>or</a:t>
            </a:r>
            <a:r>
              <a:rPr dirty="0" sz="1100" spc="-4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85">
                <a:solidFill>
                  <a:srgbClr val="2E3D6E"/>
                </a:solidFill>
                <a:latin typeface="Lucida Sans Unicode"/>
                <a:cs typeface="Lucida Sans Unicode"/>
              </a:rPr>
              <a:t>a</a:t>
            </a:r>
            <a:r>
              <a:rPr dirty="0" sz="1200" spc="-30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s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i</a:t>
            </a:r>
            <a:r>
              <a:rPr dirty="0" sz="1100" spc="-35">
                <a:solidFill>
                  <a:srgbClr val="2E3D6E"/>
                </a:solidFill>
                <a:latin typeface="Lucida Sans Unicode"/>
                <a:cs typeface="Lucida Sans Unicode"/>
              </a:rPr>
              <a:t>mp</a:t>
            </a:r>
            <a:r>
              <a:rPr dirty="0" sz="1200" spc="-35">
                <a:solidFill>
                  <a:srgbClr val="2E3D6E"/>
                </a:solidFill>
                <a:latin typeface="Lucida Sans Unicode"/>
                <a:cs typeface="Lucida Sans Unicode"/>
              </a:rPr>
              <a:t>le</a:t>
            </a:r>
            <a:r>
              <a:rPr dirty="0" sz="1200" spc="-65">
                <a:solidFill>
                  <a:srgbClr val="2E3D6E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20">
                <a:solidFill>
                  <a:srgbClr val="2E3D6E"/>
                </a:solidFill>
                <a:latin typeface="Lucida Sans Unicode"/>
                <a:cs typeface="Lucida Sans Unicode"/>
              </a:rPr>
              <a:t>ALU.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2026-10-15T07:03:32Z</dcterms:created>
  <dcterms:modified xsi:type="dcterms:W3CDTF">2026-10-15T07:03:32Z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2026-10-15T00:00:00Z</vt:filetime>
  </property>
  <property fmtid="{D5CDD505-2E9C-101B-9397-08002B2CF9AE}" pid="4" name="Creator">
    <vt:lpwstr>Chromium</vt:lpwstr>
  </property>
  <property fmtid="{D5CDD505-2E9C-101B-9397-08002B2CF9AE}" pid="5" name="LastSaved">
    <vt:filetime>2026-10-15T00:00:00Z</vt:filetime>
  </property>
  <property fmtid="{D5CDD505-2E9C-101B-9397-08002B2CF9AE}" pid="6" name="Producer">
    <vt:lpwstr>Skia/PDF m141</vt:lpwstr>
  </property>
</Properties>
</file>